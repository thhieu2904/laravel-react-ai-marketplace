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22"/>
  </p:notesMasterIdLst>
  <p:sldIdLst>
    <p:sldId id="256" r:id="rId2"/>
    <p:sldId id="258" r:id="rId3"/>
    <p:sldId id="292" r:id="rId4"/>
    <p:sldId id="259" r:id="rId5"/>
    <p:sldId id="261" r:id="rId6"/>
    <p:sldId id="264" r:id="rId7"/>
    <p:sldId id="265" r:id="rId8"/>
    <p:sldId id="286" r:id="rId9"/>
    <p:sldId id="267" r:id="rId10"/>
    <p:sldId id="287" r:id="rId11"/>
    <p:sldId id="288" r:id="rId12"/>
    <p:sldId id="269" r:id="rId13"/>
    <p:sldId id="270" r:id="rId14"/>
    <p:sldId id="271" r:id="rId15"/>
    <p:sldId id="273" r:id="rId16"/>
    <p:sldId id="276" r:id="rId17"/>
    <p:sldId id="278" r:id="rId18"/>
    <p:sldId id="279" r:id="rId19"/>
    <p:sldId id="291" r:id="rId20"/>
    <p:sldId id="27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2DE6F79-2CED-4F0B-8EF4-92929058BCD3}">
          <p14:sldIdLst>
            <p14:sldId id="256"/>
            <p14:sldId id="258"/>
            <p14:sldId id="292"/>
            <p14:sldId id="259"/>
            <p14:sldId id="261"/>
            <p14:sldId id="264"/>
            <p14:sldId id="265"/>
            <p14:sldId id="286"/>
            <p14:sldId id="267"/>
            <p14:sldId id="287"/>
            <p14:sldId id="288"/>
            <p14:sldId id="269"/>
            <p14:sldId id="270"/>
            <p14:sldId id="271"/>
            <p14:sldId id="273"/>
          </p14:sldIdLst>
        </p14:section>
        <p14:section name="Untitled Section" id="{77E2DDDE-51A2-45F3-9E3F-B93E53A54B9B}">
          <p14:sldIdLst>
            <p14:sldId id="276"/>
            <p14:sldId id="278"/>
            <p14:sldId id="279"/>
            <p14:sldId id="291"/>
            <p14:sldId id="27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8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E34639-B31F-4C00-8518-D17B87196484}"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70D40395-9B61-4933-9146-A085BC8E109E}">
      <dgm:prSet/>
      <dgm:spPr/>
      <dgm:t>
        <a:bodyPr/>
        <a:lstStyle/>
        <a:p>
          <a:r>
            <a:rPr lang="vi-VN"/>
            <a:t>Lí do chọn đề tài</a:t>
          </a:r>
          <a:endParaRPr lang="en-US"/>
        </a:p>
      </dgm:t>
    </dgm:pt>
    <dgm:pt modelId="{88FEBB93-4532-4CB6-89D3-630843D27E73}" type="parTrans" cxnId="{6ED4EE88-95E9-4C04-97E8-07BA5C016507}">
      <dgm:prSet/>
      <dgm:spPr/>
      <dgm:t>
        <a:bodyPr/>
        <a:lstStyle/>
        <a:p>
          <a:endParaRPr lang="en-US"/>
        </a:p>
      </dgm:t>
    </dgm:pt>
    <dgm:pt modelId="{DA28947C-6C37-4D25-B432-9389728619E9}" type="sibTrans" cxnId="{6ED4EE88-95E9-4C04-97E8-07BA5C016507}">
      <dgm:prSet/>
      <dgm:spPr/>
      <dgm:t>
        <a:bodyPr/>
        <a:lstStyle/>
        <a:p>
          <a:endParaRPr lang="en-US"/>
        </a:p>
      </dgm:t>
    </dgm:pt>
    <dgm:pt modelId="{8AE35949-9953-452B-BBF6-361BFB0F4549}">
      <dgm:prSet/>
      <dgm:spPr/>
      <dgm:t>
        <a:bodyPr/>
        <a:lstStyle/>
        <a:p>
          <a:r>
            <a:rPr lang="vi-VN"/>
            <a:t>Mục tiêu đề tài</a:t>
          </a:r>
          <a:endParaRPr lang="en-US"/>
        </a:p>
      </dgm:t>
    </dgm:pt>
    <dgm:pt modelId="{85F703F2-BB0B-49E4-BABA-273FFAE0BF8B}" type="parTrans" cxnId="{87D4BF3C-2ECE-47EE-A9E9-0DE1CA4C882A}">
      <dgm:prSet/>
      <dgm:spPr/>
      <dgm:t>
        <a:bodyPr/>
        <a:lstStyle/>
        <a:p>
          <a:endParaRPr lang="en-US"/>
        </a:p>
      </dgm:t>
    </dgm:pt>
    <dgm:pt modelId="{5FB127B5-7BCC-4712-BF31-6EA18CC20C9B}" type="sibTrans" cxnId="{87D4BF3C-2ECE-47EE-A9E9-0DE1CA4C882A}">
      <dgm:prSet/>
      <dgm:spPr/>
      <dgm:t>
        <a:bodyPr/>
        <a:lstStyle/>
        <a:p>
          <a:endParaRPr lang="en-US"/>
        </a:p>
      </dgm:t>
    </dgm:pt>
    <dgm:pt modelId="{6842A6D6-9457-4B7E-9469-BE0FB805F01C}">
      <dgm:prSet/>
      <dgm:spPr/>
      <dgm:t>
        <a:bodyPr/>
        <a:lstStyle/>
        <a:p>
          <a:r>
            <a:rPr lang="vi-VN"/>
            <a:t>Kiến trúc tổng quan</a:t>
          </a:r>
          <a:endParaRPr lang="en-US"/>
        </a:p>
      </dgm:t>
    </dgm:pt>
    <dgm:pt modelId="{5D0DE62A-9863-4249-89D3-941D28EA81E4}" type="parTrans" cxnId="{A838BDE0-E93A-41C0-9BD2-A7482A5A6847}">
      <dgm:prSet/>
      <dgm:spPr/>
      <dgm:t>
        <a:bodyPr/>
        <a:lstStyle/>
        <a:p>
          <a:endParaRPr lang="en-US"/>
        </a:p>
      </dgm:t>
    </dgm:pt>
    <dgm:pt modelId="{08551366-26BE-4C8F-B182-DDE425CA0396}" type="sibTrans" cxnId="{A838BDE0-E93A-41C0-9BD2-A7482A5A6847}">
      <dgm:prSet/>
      <dgm:spPr/>
      <dgm:t>
        <a:bodyPr/>
        <a:lstStyle/>
        <a:p>
          <a:endParaRPr lang="en-US"/>
        </a:p>
      </dgm:t>
    </dgm:pt>
    <dgm:pt modelId="{7CFBA1CE-645F-4260-AA93-707BC87D3786}">
      <dgm:prSet/>
      <dgm:spPr/>
      <dgm:t>
        <a:bodyPr/>
        <a:lstStyle/>
        <a:p>
          <a:r>
            <a:rPr lang="vi-VN"/>
            <a:t>Kết luận</a:t>
          </a:r>
          <a:endParaRPr lang="en-US"/>
        </a:p>
      </dgm:t>
    </dgm:pt>
    <dgm:pt modelId="{6AB09AD2-CF23-4DF3-8C35-D5EA00B4F908}" type="parTrans" cxnId="{D348734C-8010-4FE3-831C-8544E0A0E859}">
      <dgm:prSet/>
      <dgm:spPr/>
      <dgm:t>
        <a:bodyPr/>
        <a:lstStyle/>
        <a:p>
          <a:endParaRPr lang="en-US"/>
        </a:p>
      </dgm:t>
    </dgm:pt>
    <dgm:pt modelId="{201542FD-D7F7-452D-8C06-4ED5B23B06E7}" type="sibTrans" cxnId="{D348734C-8010-4FE3-831C-8544E0A0E859}">
      <dgm:prSet/>
      <dgm:spPr/>
      <dgm:t>
        <a:bodyPr/>
        <a:lstStyle/>
        <a:p>
          <a:endParaRPr lang="en-US"/>
        </a:p>
      </dgm:t>
    </dgm:pt>
    <dgm:pt modelId="{8A9C189B-1C08-4272-9C31-54FA01031F8B}">
      <dgm:prSet/>
      <dgm:spPr/>
      <dgm:t>
        <a:bodyPr/>
        <a:lstStyle/>
        <a:p>
          <a:r>
            <a:rPr lang="vi-VN"/>
            <a:t>Hướng phát triển</a:t>
          </a:r>
          <a:endParaRPr lang="en-US"/>
        </a:p>
      </dgm:t>
    </dgm:pt>
    <dgm:pt modelId="{3CE13F21-FFE7-4266-9F4F-F2B44CDF5263}" type="parTrans" cxnId="{7CB485E0-6B0E-4BC9-B3C0-8FB6E9A5DB08}">
      <dgm:prSet/>
      <dgm:spPr/>
      <dgm:t>
        <a:bodyPr/>
        <a:lstStyle/>
        <a:p>
          <a:endParaRPr lang="en-US"/>
        </a:p>
      </dgm:t>
    </dgm:pt>
    <dgm:pt modelId="{FDF11400-AB0E-422D-9742-8A63F0AE470F}" type="sibTrans" cxnId="{7CB485E0-6B0E-4BC9-B3C0-8FB6E9A5DB08}">
      <dgm:prSet/>
      <dgm:spPr/>
      <dgm:t>
        <a:bodyPr/>
        <a:lstStyle/>
        <a:p>
          <a:endParaRPr lang="en-US"/>
        </a:p>
      </dgm:t>
    </dgm:pt>
    <dgm:pt modelId="{C6264080-882D-4E06-9EA0-D70916412333}" type="pres">
      <dgm:prSet presAssocID="{DAE34639-B31F-4C00-8518-D17B87196484}" presName="outerComposite" presStyleCnt="0">
        <dgm:presLayoutVars>
          <dgm:chMax val="5"/>
          <dgm:dir/>
          <dgm:resizeHandles val="exact"/>
        </dgm:presLayoutVars>
      </dgm:prSet>
      <dgm:spPr/>
    </dgm:pt>
    <dgm:pt modelId="{1560633E-A817-4B57-AB8C-6F81A36CA18F}" type="pres">
      <dgm:prSet presAssocID="{DAE34639-B31F-4C00-8518-D17B87196484}" presName="dummyMaxCanvas" presStyleCnt="0">
        <dgm:presLayoutVars/>
      </dgm:prSet>
      <dgm:spPr/>
    </dgm:pt>
    <dgm:pt modelId="{B785DFAC-2B75-48E3-A89B-7448423E3CDC}" type="pres">
      <dgm:prSet presAssocID="{DAE34639-B31F-4C00-8518-D17B87196484}" presName="FiveNodes_1" presStyleLbl="node1" presStyleIdx="0" presStyleCnt="5">
        <dgm:presLayoutVars>
          <dgm:bulletEnabled val="1"/>
        </dgm:presLayoutVars>
      </dgm:prSet>
      <dgm:spPr/>
    </dgm:pt>
    <dgm:pt modelId="{049AF158-DB5D-4F09-9824-740C38A73D3F}" type="pres">
      <dgm:prSet presAssocID="{DAE34639-B31F-4C00-8518-D17B87196484}" presName="FiveNodes_2" presStyleLbl="node1" presStyleIdx="1" presStyleCnt="5">
        <dgm:presLayoutVars>
          <dgm:bulletEnabled val="1"/>
        </dgm:presLayoutVars>
      </dgm:prSet>
      <dgm:spPr/>
    </dgm:pt>
    <dgm:pt modelId="{85FC38D0-3541-49BD-BABE-C260D62EA99D}" type="pres">
      <dgm:prSet presAssocID="{DAE34639-B31F-4C00-8518-D17B87196484}" presName="FiveNodes_3" presStyleLbl="node1" presStyleIdx="2" presStyleCnt="5">
        <dgm:presLayoutVars>
          <dgm:bulletEnabled val="1"/>
        </dgm:presLayoutVars>
      </dgm:prSet>
      <dgm:spPr/>
    </dgm:pt>
    <dgm:pt modelId="{2FCD797E-8C17-49B8-B259-D3BDC4112BF4}" type="pres">
      <dgm:prSet presAssocID="{DAE34639-B31F-4C00-8518-D17B87196484}" presName="FiveNodes_4" presStyleLbl="node1" presStyleIdx="3" presStyleCnt="5">
        <dgm:presLayoutVars>
          <dgm:bulletEnabled val="1"/>
        </dgm:presLayoutVars>
      </dgm:prSet>
      <dgm:spPr/>
    </dgm:pt>
    <dgm:pt modelId="{1D1DA05B-0899-4BF8-A136-571605C2F3B3}" type="pres">
      <dgm:prSet presAssocID="{DAE34639-B31F-4C00-8518-D17B87196484}" presName="FiveNodes_5" presStyleLbl="node1" presStyleIdx="4" presStyleCnt="5">
        <dgm:presLayoutVars>
          <dgm:bulletEnabled val="1"/>
        </dgm:presLayoutVars>
      </dgm:prSet>
      <dgm:spPr/>
    </dgm:pt>
    <dgm:pt modelId="{6DEB4BD6-A352-426A-AA14-6BB2E1E9A4F3}" type="pres">
      <dgm:prSet presAssocID="{DAE34639-B31F-4C00-8518-D17B87196484}" presName="FiveConn_1-2" presStyleLbl="fgAccFollowNode1" presStyleIdx="0" presStyleCnt="4">
        <dgm:presLayoutVars>
          <dgm:bulletEnabled val="1"/>
        </dgm:presLayoutVars>
      </dgm:prSet>
      <dgm:spPr/>
    </dgm:pt>
    <dgm:pt modelId="{C32DAECA-3487-4131-8409-F4C2B214B7C3}" type="pres">
      <dgm:prSet presAssocID="{DAE34639-B31F-4C00-8518-D17B87196484}" presName="FiveConn_2-3" presStyleLbl="fgAccFollowNode1" presStyleIdx="1" presStyleCnt="4">
        <dgm:presLayoutVars>
          <dgm:bulletEnabled val="1"/>
        </dgm:presLayoutVars>
      </dgm:prSet>
      <dgm:spPr/>
    </dgm:pt>
    <dgm:pt modelId="{FB54A840-1328-4701-BD01-E8C1B3348353}" type="pres">
      <dgm:prSet presAssocID="{DAE34639-B31F-4C00-8518-D17B87196484}" presName="FiveConn_3-4" presStyleLbl="fgAccFollowNode1" presStyleIdx="2" presStyleCnt="4">
        <dgm:presLayoutVars>
          <dgm:bulletEnabled val="1"/>
        </dgm:presLayoutVars>
      </dgm:prSet>
      <dgm:spPr/>
    </dgm:pt>
    <dgm:pt modelId="{BDCBCDE5-DC6C-4671-806A-00D0D209A265}" type="pres">
      <dgm:prSet presAssocID="{DAE34639-B31F-4C00-8518-D17B87196484}" presName="FiveConn_4-5" presStyleLbl="fgAccFollowNode1" presStyleIdx="3" presStyleCnt="4">
        <dgm:presLayoutVars>
          <dgm:bulletEnabled val="1"/>
        </dgm:presLayoutVars>
      </dgm:prSet>
      <dgm:spPr/>
    </dgm:pt>
    <dgm:pt modelId="{0992E3D4-1368-4C06-88FD-536150C4F767}" type="pres">
      <dgm:prSet presAssocID="{DAE34639-B31F-4C00-8518-D17B87196484}" presName="FiveNodes_1_text" presStyleLbl="node1" presStyleIdx="4" presStyleCnt="5">
        <dgm:presLayoutVars>
          <dgm:bulletEnabled val="1"/>
        </dgm:presLayoutVars>
      </dgm:prSet>
      <dgm:spPr/>
    </dgm:pt>
    <dgm:pt modelId="{584077AA-AD76-4084-BAB0-E80F72EFC49E}" type="pres">
      <dgm:prSet presAssocID="{DAE34639-B31F-4C00-8518-D17B87196484}" presName="FiveNodes_2_text" presStyleLbl="node1" presStyleIdx="4" presStyleCnt="5">
        <dgm:presLayoutVars>
          <dgm:bulletEnabled val="1"/>
        </dgm:presLayoutVars>
      </dgm:prSet>
      <dgm:spPr/>
    </dgm:pt>
    <dgm:pt modelId="{8AD85389-F635-4E21-A66C-A1FFBC9D6883}" type="pres">
      <dgm:prSet presAssocID="{DAE34639-B31F-4C00-8518-D17B87196484}" presName="FiveNodes_3_text" presStyleLbl="node1" presStyleIdx="4" presStyleCnt="5">
        <dgm:presLayoutVars>
          <dgm:bulletEnabled val="1"/>
        </dgm:presLayoutVars>
      </dgm:prSet>
      <dgm:spPr/>
    </dgm:pt>
    <dgm:pt modelId="{682A6861-2DB1-4CA2-9359-BBF215A89356}" type="pres">
      <dgm:prSet presAssocID="{DAE34639-B31F-4C00-8518-D17B87196484}" presName="FiveNodes_4_text" presStyleLbl="node1" presStyleIdx="4" presStyleCnt="5">
        <dgm:presLayoutVars>
          <dgm:bulletEnabled val="1"/>
        </dgm:presLayoutVars>
      </dgm:prSet>
      <dgm:spPr/>
    </dgm:pt>
    <dgm:pt modelId="{540B2108-9763-47CB-9272-296E40CE26B5}" type="pres">
      <dgm:prSet presAssocID="{DAE34639-B31F-4C00-8518-D17B87196484}" presName="FiveNodes_5_text" presStyleLbl="node1" presStyleIdx="4" presStyleCnt="5">
        <dgm:presLayoutVars>
          <dgm:bulletEnabled val="1"/>
        </dgm:presLayoutVars>
      </dgm:prSet>
      <dgm:spPr/>
    </dgm:pt>
  </dgm:ptLst>
  <dgm:cxnLst>
    <dgm:cxn modelId="{9E802E1C-D57D-465D-8391-8E0FAD41F0E2}" type="presOf" srcId="{6842A6D6-9457-4B7E-9469-BE0FB805F01C}" destId="{85FC38D0-3541-49BD-BABE-C260D62EA99D}" srcOrd="0" destOrd="0" presId="urn:microsoft.com/office/officeart/2005/8/layout/vProcess5"/>
    <dgm:cxn modelId="{F9349028-AF7D-4D4E-A670-1BBA29BB4606}" type="presOf" srcId="{DAE34639-B31F-4C00-8518-D17B87196484}" destId="{C6264080-882D-4E06-9EA0-D70916412333}" srcOrd="0" destOrd="0" presId="urn:microsoft.com/office/officeart/2005/8/layout/vProcess5"/>
    <dgm:cxn modelId="{811A4C29-2569-4B89-895B-787E857909BB}" type="presOf" srcId="{6842A6D6-9457-4B7E-9469-BE0FB805F01C}" destId="{8AD85389-F635-4E21-A66C-A1FFBC9D6883}" srcOrd="1" destOrd="0" presId="urn:microsoft.com/office/officeart/2005/8/layout/vProcess5"/>
    <dgm:cxn modelId="{87D4BF3C-2ECE-47EE-A9E9-0DE1CA4C882A}" srcId="{DAE34639-B31F-4C00-8518-D17B87196484}" destId="{8AE35949-9953-452B-BBF6-361BFB0F4549}" srcOrd="1" destOrd="0" parTransId="{85F703F2-BB0B-49E4-BABA-273FFAE0BF8B}" sibTransId="{5FB127B5-7BCC-4712-BF31-6EA18CC20C9B}"/>
    <dgm:cxn modelId="{22B85546-3E3A-4A7E-A381-8944DA1891E3}" type="presOf" srcId="{8AE35949-9953-452B-BBF6-361BFB0F4549}" destId="{584077AA-AD76-4084-BAB0-E80F72EFC49E}" srcOrd="1" destOrd="0" presId="urn:microsoft.com/office/officeart/2005/8/layout/vProcess5"/>
    <dgm:cxn modelId="{F55C534B-0A5B-4A04-B151-E14855964FDF}" type="presOf" srcId="{70D40395-9B61-4933-9146-A085BC8E109E}" destId="{0992E3D4-1368-4C06-88FD-536150C4F767}" srcOrd="1" destOrd="0" presId="urn:microsoft.com/office/officeart/2005/8/layout/vProcess5"/>
    <dgm:cxn modelId="{D348734C-8010-4FE3-831C-8544E0A0E859}" srcId="{DAE34639-B31F-4C00-8518-D17B87196484}" destId="{7CFBA1CE-645F-4260-AA93-707BC87D3786}" srcOrd="3" destOrd="0" parTransId="{6AB09AD2-CF23-4DF3-8C35-D5EA00B4F908}" sibTransId="{201542FD-D7F7-452D-8C06-4ED5B23B06E7}"/>
    <dgm:cxn modelId="{5029E882-9F33-4397-BD58-1E81B9FBF206}" type="presOf" srcId="{8AE35949-9953-452B-BBF6-361BFB0F4549}" destId="{049AF158-DB5D-4F09-9824-740C38A73D3F}" srcOrd="0" destOrd="0" presId="urn:microsoft.com/office/officeart/2005/8/layout/vProcess5"/>
    <dgm:cxn modelId="{6ED4EE88-95E9-4C04-97E8-07BA5C016507}" srcId="{DAE34639-B31F-4C00-8518-D17B87196484}" destId="{70D40395-9B61-4933-9146-A085BC8E109E}" srcOrd="0" destOrd="0" parTransId="{88FEBB93-4532-4CB6-89D3-630843D27E73}" sibTransId="{DA28947C-6C37-4D25-B432-9389728619E9}"/>
    <dgm:cxn modelId="{B2F9328F-B456-4E8C-8B44-9B0A149FD0E5}" type="presOf" srcId="{DA28947C-6C37-4D25-B432-9389728619E9}" destId="{6DEB4BD6-A352-426A-AA14-6BB2E1E9A4F3}" srcOrd="0" destOrd="0" presId="urn:microsoft.com/office/officeart/2005/8/layout/vProcess5"/>
    <dgm:cxn modelId="{C347CEBC-FE16-48DC-88F8-65FF2EF8E413}" type="presOf" srcId="{201542FD-D7F7-452D-8C06-4ED5B23B06E7}" destId="{BDCBCDE5-DC6C-4671-806A-00D0D209A265}" srcOrd="0" destOrd="0" presId="urn:microsoft.com/office/officeart/2005/8/layout/vProcess5"/>
    <dgm:cxn modelId="{6CC892C7-6A13-41CD-B3DC-8D5B25FB8D5D}" type="presOf" srcId="{8A9C189B-1C08-4272-9C31-54FA01031F8B}" destId="{540B2108-9763-47CB-9272-296E40CE26B5}" srcOrd="1" destOrd="0" presId="urn:microsoft.com/office/officeart/2005/8/layout/vProcess5"/>
    <dgm:cxn modelId="{DDF429D3-14A8-404C-A982-BBE86B0EC888}" type="presOf" srcId="{8A9C189B-1C08-4272-9C31-54FA01031F8B}" destId="{1D1DA05B-0899-4BF8-A136-571605C2F3B3}" srcOrd="0" destOrd="0" presId="urn:microsoft.com/office/officeart/2005/8/layout/vProcess5"/>
    <dgm:cxn modelId="{99A72ED9-365F-4192-87C2-1BE11DDA9344}" type="presOf" srcId="{70D40395-9B61-4933-9146-A085BC8E109E}" destId="{B785DFAC-2B75-48E3-A89B-7448423E3CDC}" srcOrd="0" destOrd="0" presId="urn:microsoft.com/office/officeart/2005/8/layout/vProcess5"/>
    <dgm:cxn modelId="{B71F07E0-E8B0-4E4B-8CEA-019D8469652E}" type="presOf" srcId="{5FB127B5-7BCC-4712-BF31-6EA18CC20C9B}" destId="{C32DAECA-3487-4131-8409-F4C2B214B7C3}" srcOrd="0" destOrd="0" presId="urn:microsoft.com/office/officeart/2005/8/layout/vProcess5"/>
    <dgm:cxn modelId="{7CB485E0-6B0E-4BC9-B3C0-8FB6E9A5DB08}" srcId="{DAE34639-B31F-4C00-8518-D17B87196484}" destId="{8A9C189B-1C08-4272-9C31-54FA01031F8B}" srcOrd="4" destOrd="0" parTransId="{3CE13F21-FFE7-4266-9F4F-F2B44CDF5263}" sibTransId="{FDF11400-AB0E-422D-9742-8A63F0AE470F}"/>
    <dgm:cxn modelId="{A838BDE0-E93A-41C0-9BD2-A7482A5A6847}" srcId="{DAE34639-B31F-4C00-8518-D17B87196484}" destId="{6842A6D6-9457-4B7E-9469-BE0FB805F01C}" srcOrd="2" destOrd="0" parTransId="{5D0DE62A-9863-4249-89D3-941D28EA81E4}" sibTransId="{08551366-26BE-4C8F-B182-DDE425CA0396}"/>
    <dgm:cxn modelId="{2E31A0E1-D859-463E-A86A-330BDBD419C3}" type="presOf" srcId="{7CFBA1CE-645F-4260-AA93-707BC87D3786}" destId="{2FCD797E-8C17-49B8-B259-D3BDC4112BF4}" srcOrd="0" destOrd="0" presId="urn:microsoft.com/office/officeart/2005/8/layout/vProcess5"/>
    <dgm:cxn modelId="{E34CC8E7-C907-4869-A0EE-65CA948C1C1B}" type="presOf" srcId="{7CFBA1CE-645F-4260-AA93-707BC87D3786}" destId="{682A6861-2DB1-4CA2-9359-BBF215A89356}" srcOrd="1" destOrd="0" presId="urn:microsoft.com/office/officeart/2005/8/layout/vProcess5"/>
    <dgm:cxn modelId="{5FA616EA-60F7-4DF7-9580-7FD9E93B443E}" type="presOf" srcId="{08551366-26BE-4C8F-B182-DDE425CA0396}" destId="{FB54A840-1328-4701-BD01-E8C1B3348353}" srcOrd="0" destOrd="0" presId="urn:microsoft.com/office/officeart/2005/8/layout/vProcess5"/>
    <dgm:cxn modelId="{2C856E89-3C74-47DF-9F13-BDC2D4537AB6}" type="presParOf" srcId="{C6264080-882D-4E06-9EA0-D70916412333}" destId="{1560633E-A817-4B57-AB8C-6F81A36CA18F}" srcOrd="0" destOrd="0" presId="urn:microsoft.com/office/officeart/2005/8/layout/vProcess5"/>
    <dgm:cxn modelId="{8039E083-033A-4B3A-8A8C-02B670B5A9BE}" type="presParOf" srcId="{C6264080-882D-4E06-9EA0-D70916412333}" destId="{B785DFAC-2B75-48E3-A89B-7448423E3CDC}" srcOrd="1" destOrd="0" presId="urn:microsoft.com/office/officeart/2005/8/layout/vProcess5"/>
    <dgm:cxn modelId="{A2E1C712-4708-457C-AC7A-34BF8248566E}" type="presParOf" srcId="{C6264080-882D-4E06-9EA0-D70916412333}" destId="{049AF158-DB5D-4F09-9824-740C38A73D3F}" srcOrd="2" destOrd="0" presId="urn:microsoft.com/office/officeart/2005/8/layout/vProcess5"/>
    <dgm:cxn modelId="{589FCEDC-3C33-4D17-A881-390A96809897}" type="presParOf" srcId="{C6264080-882D-4E06-9EA0-D70916412333}" destId="{85FC38D0-3541-49BD-BABE-C260D62EA99D}" srcOrd="3" destOrd="0" presId="urn:microsoft.com/office/officeart/2005/8/layout/vProcess5"/>
    <dgm:cxn modelId="{CF1568F1-F9F3-4CC1-A3BE-DCB2E78B61E4}" type="presParOf" srcId="{C6264080-882D-4E06-9EA0-D70916412333}" destId="{2FCD797E-8C17-49B8-B259-D3BDC4112BF4}" srcOrd="4" destOrd="0" presId="urn:microsoft.com/office/officeart/2005/8/layout/vProcess5"/>
    <dgm:cxn modelId="{A510133A-B7BB-4B92-9ECF-2250C8A12DD8}" type="presParOf" srcId="{C6264080-882D-4E06-9EA0-D70916412333}" destId="{1D1DA05B-0899-4BF8-A136-571605C2F3B3}" srcOrd="5" destOrd="0" presId="urn:microsoft.com/office/officeart/2005/8/layout/vProcess5"/>
    <dgm:cxn modelId="{E3F97416-7AF2-4875-A18B-A176A1D305EB}" type="presParOf" srcId="{C6264080-882D-4E06-9EA0-D70916412333}" destId="{6DEB4BD6-A352-426A-AA14-6BB2E1E9A4F3}" srcOrd="6" destOrd="0" presId="urn:microsoft.com/office/officeart/2005/8/layout/vProcess5"/>
    <dgm:cxn modelId="{AA23803A-FA84-4A5C-99EF-28E6135B89A7}" type="presParOf" srcId="{C6264080-882D-4E06-9EA0-D70916412333}" destId="{C32DAECA-3487-4131-8409-F4C2B214B7C3}" srcOrd="7" destOrd="0" presId="urn:microsoft.com/office/officeart/2005/8/layout/vProcess5"/>
    <dgm:cxn modelId="{C8DA2AF9-C918-4321-8976-86E49C540B70}" type="presParOf" srcId="{C6264080-882D-4E06-9EA0-D70916412333}" destId="{FB54A840-1328-4701-BD01-E8C1B3348353}" srcOrd="8" destOrd="0" presId="urn:microsoft.com/office/officeart/2005/8/layout/vProcess5"/>
    <dgm:cxn modelId="{DDC709C4-7594-4DA7-BFB6-019CEB317B7C}" type="presParOf" srcId="{C6264080-882D-4E06-9EA0-D70916412333}" destId="{BDCBCDE5-DC6C-4671-806A-00D0D209A265}" srcOrd="9" destOrd="0" presId="urn:microsoft.com/office/officeart/2005/8/layout/vProcess5"/>
    <dgm:cxn modelId="{7FBB5ABD-7419-4B4D-BA4F-9ABFC17630BE}" type="presParOf" srcId="{C6264080-882D-4E06-9EA0-D70916412333}" destId="{0992E3D4-1368-4C06-88FD-536150C4F767}" srcOrd="10" destOrd="0" presId="urn:microsoft.com/office/officeart/2005/8/layout/vProcess5"/>
    <dgm:cxn modelId="{2557437D-59BE-434A-8F67-8D33F2681BCC}" type="presParOf" srcId="{C6264080-882D-4E06-9EA0-D70916412333}" destId="{584077AA-AD76-4084-BAB0-E80F72EFC49E}" srcOrd="11" destOrd="0" presId="urn:microsoft.com/office/officeart/2005/8/layout/vProcess5"/>
    <dgm:cxn modelId="{AC1E6339-3ED6-4A91-B1E5-40F4C55BA49D}" type="presParOf" srcId="{C6264080-882D-4E06-9EA0-D70916412333}" destId="{8AD85389-F635-4E21-A66C-A1FFBC9D6883}" srcOrd="12" destOrd="0" presId="urn:microsoft.com/office/officeart/2005/8/layout/vProcess5"/>
    <dgm:cxn modelId="{B16B46DD-6DA7-40D1-9DCE-497703A9705B}" type="presParOf" srcId="{C6264080-882D-4E06-9EA0-D70916412333}" destId="{682A6861-2DB1-4CA2-9359-BBF215A89356}" srcOrd="13" destOrd="0" presId="urn:microsoft.com/office/officeart/2005/8/layout/vProcess5"/>
    <dgm:cxn modelId="{0BFC9FAA-863A-48D2-9486-AD72226D5C48}" type="presParOf" srcId="{C6264080-882D-4E06-9EA0-D70916412333}" destId="{540B2108-9763-47CB-9272-296E40CE26B5}"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2CACBF-FC24-43AD-B64A-918C5AAC2D88}"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BCDE961B-46FF-4E01-8FD1-01A4DCBB190F}">
      <dgm:prSet/>
      <dgm:spPr/>
      <dgm:t>
        <a:bodyPr/>
        <a:lstStyle/>
        <a:p>
          <a:r>
            <a:rPr lang="en-US" b="0" i="0">
              <a:latin typeface="Time s New Roman"/>
            </a:rPr>
            <a:t>- </a:t>
          </a:r>
          <a:r>
            <a:rPr lang="en-US">
              <a:effectLst/>
              <a:latin typeface="Times New Roman" panose="02020603050405020304" pitchFamily="18" charset="0"/>
              <a:ea typeface="Calibri" panose="020F0502020204030204" pitchFamily="34" charset="0"/>
              <a:cs typeface="Times New Roman" panose="02020603050405020304" pitchFamily="18" charset="0"/>
            </a:rPr>
            <a:t>Nhu cầu mua sắm điện lạnh online tăng cao</a:t>
          </a:r>
          <a:r>
            <a:rPr lang="en-US" b="0" i="0">
              <a:latin typeface="Time s New Roman"/>
            </a:rPr>
            <a:t>.</a:t>
          </a:r>
          <a:endParaRPr lang="en-US">
            <a:latin typeface="Time s New Roman"/>
          </a:endParaRPr>
        </a:p>
      </dgm:t>
    </dgm:pt>
    <dgm:pt modelId="{31A0F66C-589F-4FBE-8806-39FD4008CAF2}" type="parTrans" cxnId="{0BA29CE2-735C-47E0-8B65-7E0440A17A56}">
      <dgm:prSet/>
      <dgm:spPr/>
      <dgm:t>
        <a:bodyPr/>
        <a:lstStyle/>
        <a:p>
          <a:endParaRPr lang="en-US"/>
        </a:p>
      </dgm:t>
    </dgm:pt>
    <dgm:pt modelId="{4A7E8EBA-3373-496D-B186-8B78208EE91C}" type="sibTrans" cxnId="{0BA29CE2-735C-47E0-8B65-7E0440A17A56}">
      <dgm:prSet/>
      <dgm:spPr/>
      <dgm:t>
        <a:bodyPr/>
        <a:lstStyle/>
        <a:p>
          <a:endParaRPr lang="en-US"/>
        </a:p>
      </dgm:t>
    </dgm:pt>
    <dgm:pt modelId="{0FE140AA-21B4-4C3B-8EE7-D429ADD3A1CC}">
      <dgm:prSet/>
      <dgm:spPr/>
      <dgm:t>
        <a:bodyPr/>
        <a:lstStyle/>
        <a:p>
          <a:r>
            <a:rPr lang="en-US" b="0" i="0">
              <a:latin typeface="Time s New Roman"/>
            </a:rPr>
            <a:t>- </a:t>
          </a:r>
          <a:r>
            <a:rPr lang="en-US">
              <a:effectLst/>
              <a:latin typeface="Times New Roman" panose="02020603050405020304" pitchFamily="18" charset="0"/>
              <a:ea typeface="Calibri" panose="020F0502020204030204" pitchFamily="34" charset="0"/>
              <a:cs typeface="Times New Roman" panose="02020603050405020304" pitchFamily="18" charset="0"/>
            </a:rPr>
            <a:t>Thị trường e-commerce Việt Nam phát triển mạnh</a:t>
          </a:r>
          <a:r>
            <a:rPr lang="en-US" b="0" i="0">
              <a:latin typeface="Time s New Roman"/>
            </a:rPr>
            <a:t>.</a:t>
          </a:r>
          <a:endParaRPr lang="en-US">
            <a:latin typeface="Time s New Roman"/>
          </a:endParaRPr>
        </a:p>
      </dgm:t>
    </dgm:pt>
    <dgm:pt modelId="{34CB3C88-7226-4EF3-827A-BDF04D76FCB1}" type="parTrans" cxnId="{75D249B2-E945-481A-BCC2-46209548F904}">
      <dgm:prSet/>
      <dgm:spPr/>
      <dgm:t>
        <a:bodyPr/>
        <a:lstStyle/>
        <a:p>
          <a:endParaRPr lang="en-US"/>
        </a:p>
      </dgm:t>
    </dgm:pt>
    <dgm:pt modelId="{86A56397-E71D-4106-AEAF-03D9FC0C4411}" type="sibTrans" cxnId="{75D249B2-E945-481A-BCC2-46209548F904}">
      <dgm:prSet/>
      <dgm:spPr/>
      <dgm:t>
        <a:bodyPr/>
        <a:lstStyle/>
        <a:p>
          <a:endParaRPr lang="en-US"/>
        </a:p>
      </dgm:t>
    </dgm:pt>
    <dgm:pt modelId="{4E8A9225-65D4-4AF1-B630-E3EAA57621B7}">
      <dgm:prSet/>
      <dgm:spPr/>
      <dgm:t>
        <a:bodyPr/>
        <a:lstStyle/>
        <a:p>
          <a:r>
            <a:rPr lang="en-US" b="0" i="0">
              <a:latin typeface="Time s New Roman"/>
            </a:rPr>
            <a:t>- </a:t>
          </a:r>
          <a:r>
            <a:rPr lang="en-US">
              <a:effectLst/>
              <a:latin typeface="Times New Roman" panose="02020603050405020304" pitchFamily="18" charset="0"/>
              <a:ea typeface="Calibri" panose="020F0502020204030204" pitchFamily="34" charset="0"/>
            </a:rPr>
            <a:t>Cần hệ thống hiện đại, tích hợp AI hỗ trợ khách hàng</a:t>
          </a:r>
          <a:r>
            <a:rPr lang="en-US" b="0" i="0">
              <a:latin typeface="Time s New Roman"/>
            </a:rPr>
            <a:t>.</a:t>
          </a:r>
          <a:endParaRPr lang="en-US">
            <a:latin typeface="Time s New Roman"/>
          </a:endParaRPr>
        </a:p>
      </dgm:t>
    </dgm:pt>
    <dgm:pt modelId="{7411C04F-8C01-48C6-B861-FFC23DA5B44B}" type="parTrans" cxnId="{C38D233B-AB41-4186-A52E-D49EDA9266EF}">
      <dgm:prSet/>
      <dgm:spPr/>
      <dgm:t>
        <a:bodyPr/>
        <a:lstStyle/>
        <a:p>
          <a:endParaRPr lang="en-US"/>
        </a:p>
      </dgm:t>
    </dgm:pt>
    <dgm:pt modelId="{6418DB9E-B4C3-49AC-8743-E6383984B10C}" type="sibTrans" cxnId="{C38D233B-AB41-4186-A52E-D49EDA9266EF}">
      <dgm:prSet/>
      <dgm:spPr/>
      <dgm:t>
        <a:bodyPr/>
        <a:lstStyle/>
        <a:p>
          <a:endParaRPr lang="en-US"/>
        </a:p>
      </dgm:t>
    </dgm:pt>
    <dgm:pt modelId="{0DD82CA2-5E22-4166-83F8-339780CF607C}">
      <dgm:prSet/>
      <dgm:spPr/>
      <dgm:t>
        <a:bodyPr/>
        <a:lstStyle/>
        <a:p>
          <a:r>
            <a:rPr lang="en-US" b="0" i="0">
              <a:latin typeface="Time s New Roman"/>
            </a:rPr>
            <a:t>- </a:t>
          </a:r>
          <a:r>
            <a:rPr lang="en-US">
              <a:effectLst/>
              <a:latin typeface="Times New Roman" panose="02020603050405020304" pitchFamily="18" charset="0"/>
              <a:ea typeface="Calibri" panose="020F0502020204030204" pitchFamily="34" charset="0"/>
            </a:rPr>
            <a:t>Thanh toán online an toàn, tiện lợi</a:t>
          </a:r>
          <a:r>
            <a:rPr lang="en-US" b="0" i="0">
              <a:latin typeface="Time s New Roman"/>
            </a:rPr>
            <a:t>.</a:t>
          </a:r>
          <a:endParaRPr lang="en-US">
            <a:latin typeface="Time s New Roman"/>
          </a:endParaRPr>
        </a:p>
      </dgm:t>
    </dgm:pt>
    <dgm:pt modelId="{95DE884E-92A5-45FB-861F-A04B70699F93}" type="parTrans" cxnId="{72C4346A-63DD-4FFF-BFA7-810CA29BDC64}">
      <dgm:prSet/>
      <dgm:spPr/>
      <dgm:t>
        <a:bodyPr/>
        <a:lstStyle/>
        <a:p>
          <a:endParaRPr lang="en-US"/>
        </a:p>
      </dgm:t>
    </dgm:pt>
    <dgm:pt modelId="{9856658B-D2C9-4C2B-B6F1-1EAE283E80EF}" type="sibTrans" cxnId="{72C4346A-63DD-4FFF-BFA7-810CA29BDC64}">
      <dgm:prSet/>
      <dgm:spPr/>
      <dgm:t>
        <a:bodyPr/>
        <a:lstStyle/>
        <a:p>
          <a:endParaRPr lang="en-US"/>
        </a:p>
      </dgm:t>
    </dgm:pt>
    <dgm:pt modelId="{3231B57C-4100-4970-B3EB-557CF76A4FBE}" type="pres">
      <dgm:prSet presAssocID="{4E2CACBF-FC24-43AD-B64A-918C5AAC2D88}" presName="vert0" presStyleCnt="0">
        <dgm:presLayoutVars>
          <dgm:dir/>
          <dgm:animOne val="branch"/>
          <dgm:animLvl val="lvl"/>
        </dgm:presLayoutVars>
      </dgm:prSet>
      <dgm:spPr/>
    </dgm:pt>
    <dgm:pt modelId="{47F893D3-3C77-4C33-ACE1-1B893F75145A}" type="pres">
      <dgm:prSet presAssocID="{BCDE961B-46FF-4E01-8FD1-01A4DCBB190F}" presName="thickLine" presStyleLbl="alignNode1" presStyleIdx="0" presStyleCnt="4"/>
      <dgm:spPr/>
    </dgm:pt>
    <dgm:pt modelId="{E46EA4C7-E5BF-4463-84DD-D809CC11EF56}" type="pres">
      <dgm:prSet presAssocID="{BCDE961B-46FF-4E01-8FD1-01A4DCBB190F}" presName="horz1" presStyleCnt="0"/>
      <dgm:spPr/>
    </dgm:pt>
    <dgm:pt modelId="{4C1554D8-7BAA-4755-BECB-249665EFA9DC}" type="pres">
      <dgm:prSet presAssocID="{BCDE961B-46FF-4E01-8FD1-01A4DCBB190F}" presName="tx1" presStyleLbl="revTx" presStyleIdx="0" presStyleCnt="4"/>
      <dgm:spPr/>
    </dgm:pt>
    <dgm:pt modelId="{BBC67E5A-4C64-4532-9D77-77EB32CBCDB9}" type="pres">
      <dgm:prSet presAssocID="{BCDE961B-46FF-4E01-8FD1-01A4DCBB190F}" presName="vert1" presStyleCnt="0"/>
      <dgm:spPr/>
    </dgm:pt>
    <dgm:pt modelId="{33941A98-8CA8-449A-AFD0-C27866DC6960}" type="pres">
      <dgm:prSet presAssocID="{0FE140AA-21B4-4C3B-8EE7-D429ADD3A1CC}" presName="thickLine" presStyleLbl="alignNode1" presStyleIdx="1" presStyleCnt="4"/>
      <dgm:spPr/>
    </dgm:pt>
    <dgm:pt modelId="{1599363E-050D-4891-9AAA-6D0F7DECF0EB}" type="pres">
      <dgm:prSet presAssocID="{0FE140AA-21B4-4C3B-8EE7-D429ADD3A1CC}" presName="horz1" presStyleCnt="0"/>
      <dgm:spPr/>
    </dgm:pt>
    <dgm:pt modelId="{E813E278-BF4C-4383-8401-71B8EB035BE4}" type="pres">
      <dgm:prSet presAssocID="{0FE140AA-21B4-4C3B-8EE7-D429ADD3A1CC}" presName="tx1" presStyleLbl="revTx" presStyleIdx="1" presStyleCnt="4"/>
      <dgm:spPr/>
    </dgm:pt>
    <dgm:pt modelId="{543E426F-A181-477D-9C9C-E268034ABDA8}" type="pres">
      <dgm:prSet presAssocID="{0FE140AA-21B4-4C3B-8EE7-D429ADD3A1CC}" presName="vert1" presStyleCnt="0"/>
      <dgm:spPr/>
    </dgm:pt>
    <dgm:pt modelId="{7A8769E4-21F9-4A9C-90A6-3FEFD1DF9A81}" type="pres">
      <dgm:prSet presAssocID="{4E8A9225-65D4-4AF1-B630-E3EAA57621B7}" presName="thickLine" presStyleLbl="alignNode1" presStyleIdx="2" presStyleCnt="4"/>
      <dgm:spPr/>
    </dgm:pt>
    <dgm:pt modelId="{936B6F3B-D012-45E0-92D9-3CD1A9FAB7FD}" type="pres">
      <dgm:prSet presAssocID="{4E8A9225-65D4-4AF1-B630-E3EAA57621B7}" presName="horz1" presStyleCnt="0"/>
      <dgm:spPr/>
    </dgm:pt>
    <dgm:pt modelId="{3FBEE08E-850E-4731-8C04-37FCEAE419FC}" type="pres">
      <dgm:prSet presAssocID="{4E8A9225-65D4-4AF1-B630-E3EAA57621B7}" presName="tx1" presStyleLbl="revTx" presStyleIdx="2" presStyleCnt="4" custScaleY="89888"/>
      <dgm:spPr/>
    </dgm:pt>
    <dgm:pt modelId="{2078E83C-1CC2-428F-B654-83E12621B30C}" type="pres">
      <dgm:prSet presAssocID="{4E8A9225-65D4-4AF1-B630-E3EAA57621B7}" presName="vert1" presStyleCnt="0"/>
      <dgm:spPr/>
    </dgm:pt>
    <dgm:pt modelId="{233FAB8D-A030-4502-A08E-DC79296193A6}" type="pres">
      <dgm:prSet presAssocID="{0DD82CA2-5E22-4166-83F8-339780CF607C}" presName="thickLine" presStyleLbl="alignNode1" presStyleIdx="3" presStyleCnt="4"/>
      <dgm:spPr/>
    </dgm:pt>
    <dgm:pt modelId="{04565D7F-FDD0-4138-9224-C40C082F8541}" type="pres">
      <dgm:prSet presAssocID="{0DD82CA2-5E22-4166-83F8-339780CF607C}" presName="horz1" presStyleCnt="0"/>
      <dgm:spPr/>
    </dgm:pt>
    <dgm:pt modelId="{32D1CB2C-82EA-415A-96F0-5874213581BA}" type="pres">
      <dgm:prSet presAssocID="{0DD82CA2-5E22-4166-83F8-339780CF607C}" presName="tx1" presStyleLbl="revTx" presStyleIdx="3" presStyleCnt="4"/>
      <dgm:spPr/>
    </dgm:pt>
    <dgm:pt modelId="{881207F5-2395-47B2-AD0A-076C7662167C}" type="pres">
      <dgm:prSet presAssocID="{0DD82CA2-5E22-4166-83F8-339780CF607C}" presName="vert1" presStyleCnt="0"/>
      <dgm:spPr/>
    </dgm:pt>
  </dgm:ptLst>
  <dgm:cxnLst>
    <dgm:cxn modelId="{C38D233B-AB41-4186-A52E-D49EDA9266EF}" srcId="{4E2CACBF-FC24-43AD-B64A-918C5AAC2D88}" destId="{4E8A9225-65D4-4AF1-B630-E3EAA57621B7}" srcOrd="2" destOrd="0" parTransId="{7411C04F-8C01-48C6-B861-FFC23DA5B44B}" sibTransId="{6418DB9E-B4C3-49AC-8743-E6383984B10C}"/>
    <dgm:cxn modelId="{693CFD43-2871-452D-A826-FD252CBB3679}" type="presOf" srcId="{0FE140AA-21B4-4C3B-8EE7-D429ADD3A1CC}" destId="{E813E278-BF4C-4383-8401-71B8EB035BE4}" srcOrd="0" destOrd="0" presId="urn:microsoft.com/office/officeart/2008/layout/LinedList"/>
    <dgm:cxn modelId="{72C4346A-63DD-4FFF-BFA7-810CA29BDC64}" srcId="{4E2CACBF-FC24-43AD-B64A-918C5AAC2D88}" destId="{0DD82CA2-5E22-4166-83F8-339780CF607C}" srcOrd="3" destOrd="0" parTransId="{95DE884E-92A5-45FB-861F-A04B70699F93}" sibTransId="{9856658B-D2C9-4C2B-B6F1-1EAE283E80EF}"/>
    <dgm:cxn modelId="{1930757B-9A2C-4259-9BDB-A9BBCAE8D792}" type="presOf" srcId="{BCDE961B-46FF-4E01-8FD1-01A4DCBB190F}" destId="{4C1554D8-7BAA-4755-BECB-249665EFA9DC}" srcOrd="0" destOrd="0" presId="urn:microsoft.com/office/officeart/2008/layout/LinedList"/>
    <dgm:cxn modelId="{75D249B2-E945-481A-BCC2-46209548F904}" srcId="{4E2CACBF-FC24-43AD-B64A-918C5AAC2D88}" destId="{0FE140AA-21B4-4C3B-8EE7-D429ADD3A1CC}" srcOrd="1" destOrd="0" parTransId="{34CB3C88-7226-4EF3-827A-BDF04D76FCB1}" sibTransId="{86A56397-E71D-4106-AEAF-03D9FC0C4411}"/>
    <dgm:cxn modelId="{E3BFD0B2-F3DE-466D-BD64-A3215983B6F5}" type="presOf" srcId="{4E8A9225-65D4-4AF1-B630-E3EAA57621B7}" destId="{3FBEE08E-850E-4731-8C04-37FCEAE419FC}" srcOrd="0" destOrd="0" presId="urn:microsoft.com/office/officeart/2008/layout/LinedList"/>
    <dgm:cxn modelId="{DA6799B4-832C-4B8A-AB62-DBF6EC44AC3C}" type="presOf" srcId="{4E2CACBF-FC24-43AD-B64A-918C5AAC2D88}" destId="{3231B57C-4100-4970-B3EB-557CF76A4FBE}" srcOrd="0" destOrd="0" presId="urn:microsoft.com/office/officeart/2008/layout/LinedList"/>
    <dgm:cxn modelId="{EC47BAE0-6563-404C-94CC-E9550E701409}" type="presOf" srcId="{0DD82CA2-5E22-4166-83F8-339780CF607C}" destId="{32D1CB2C-82EA-415A-96F0-5874213581BA}" srcOrd="0" destOrd="0" presId="urn:microsoft.com/office/officeart/2008/layout/LinedList"/>
    <dgm:cxn modelId="{0BA29CE2-735C-47E0-8B65-7E0440A17A56}" srcId="{4E2CACBF-FC24-43AD-B64A-918C5AAC2D88}" destId="{BCDE961B-46FF-4E01-8FD1-01A4DCBB190F}" srcOrd="0" destOrd="0" parTransId="{31A0F66C-589F-4FBE-8806-39FD4008CAF2}" sibTransId="{4A7E8EBA-3373-496D-B186-8B78208EE91C}"/>
    <dgm:cxn modelId="{D5EB771D-04E0-435A-81D6-7E61B0CE41CC}" type="presParOf" srcId="{3231B57C-4100-4970-B3EB-557CF76A4FBE}" destId="{47F893D3-3C77-4C33-ACE1-1B893F75145A}" srcOrd="0" destOrd="0" presId="urn:microsoft.com/office/officeart/2008/layout/LinedList"/>
    <dgm:cxn modelId="{FD87B4BE-2F62-4AD6-AF96-8F49EE956E64}" type="presParOf" srcId="{3231B57C-4100-4970-B3EB-557CF76A4FBE}" destId="{E46EA4C7-E5BF-4463-84DD-D809CC11EF56}" srcOrd="1" destOrd="0" presId="urn:microsoft.com/office/officeart/2008/layout/LinedList"/>
    <dgm:cxn modelId="{30B4B5E0-DA52-4B82-AFC1-D65B56490518}" type="presParOf" srcId="{E46EA4C7-E5BF-4463-84DD-D809CC11EF56}" destId="{4C1554D8-7BAA-4755-BECB-249665EFA9DC}" srcOrd="0" destOrd="0" presId="urn:microsoft.com/office/officeart/2008/layout/LinedList"/>
    <dgm:cxn modelId="{608CEF3A-41DF-4E95-9932-C0FAE91844A6}" type="presParOf" srcId="{E46EA4C7-E5BF-4463-84DD-D809CC11EF56}" destId="{BBC67E5A-4C64-4532-9D77-77EB32CBCDB9}" srcOrd="1" destOrd="0" presId="urn:microsoft.com/office/officeart/2008/layout/LinedList"/>
    <dgm:cxn modelId="{37554535-0F4F-46C9-9022-CB68178039FD}" type="presParOf" srcId="{3231B57C-4100-4970-B3EB-557CF76A4FBE}" destId="{33941A98-8CA8-449A-AFD0-C27866DC6960}" srcOrd="2" destOrd="0" presId="urn:microsoft.com/office/officeart/2008/layout/LinedList"/>
    <dgm:cxn modelId="{75386673-E07A-457F-BED4-2FEFCE7080FA}" type="presParOf" srcId="{3231B57C-4100-4970-B3EB-557CF76A4FBE}" destId="{1599363E-050D-4891-9AAA-6D0F7DECF0EB}" srcOrd="3" destOrd="0" presId="urn:microsoft.com/office/officeart/2008/layout/LinedList"/>
    <dgm:cxn modelId="{AA198B60-974F-4006-81EB-E5E3AC20F40F}" type="presParOf" srcId="{1599363E-050D-4891-9AAA-6D0F7DECF0EB}" destId="{E813E278-BF4C-4383-8401-71B8EB035BE4}" srcOrd="0" destOrd="0" presId="urn:microsoft.com/office/officeart/2008/layout/LinedList"/>
    <dgm:cxn modelId="{EEB4A795-6B30-4AFB-A745-A7B17ADC525A}" type="presParOf" srcId="{1599363E-050D-4891-9AAA-6D0F7DECF0EB}" destId="{543E426F-A181-477D-9C9C-E268034ABDA8}" srcOrd="1" destOrd="0" presId="urn:microsoft.com/office/officeart/2008/layout/LinedList"/>
    <dgm:cxn modelId="{66784AF5-7FE1-45A8-B62B-7AF0BB545760}" type="presParOf" srcId="{3231B57C-4100-4970-B3EB-557CF76A4FBE}" destId="{7A8769E4-21F9-4A9C-90A6-3FEFD1DF9A81}" srcOrd="4" destOrd="0" presId="urn:microsoft.com/office/officeart/2008/layout/LinedList"/>
    <dgm:cxn modelId="{38BCD219-338E-4871-A493-37D09AF17D67}" type="presParOf" srcId="{3231B57C-4100-4970-B3EB-557CF76A4FBE}" destId="{936B6F3B-D012-45E0-92D9-3CD1A9FAB7FD}" srcOrd="5" destOrd="0" presId="urn:microsoft.com/office/officeart/2008/layout/LinedList"/>
    <dgm:cxn modelId="{CEFD05DE-6044-48DC-920A-B2F6548B630F}" type="presParOf" srcId="{936B6F3B-D012-45E0-92D9-3CD1A9FAB7FD}" destId="{3FBEE08E-850E-4731-8C04-37FCEAE419FC}" srcOrd="0" destOrd="0" presId="urn:microsoft.com/office/officeart/2008/layout/LinedList"/>
    <dgm:cxn modelId="{68298FD8-D9A6-4E8E-A911-BDC520EFE0DE}" type="presParOf" srcId="{936B6F3B-D012-45E0-92D9-3CD1A9FAB7FD}" destId="{2078E83C-1CC2-428F-B654-83E12621B30C}" srcOrd="1" destOrd="0" presId="urn:microsoft.com/office/officeart/2008/layout/LinedList"/>
    <dgm:cxn modelId="{1ACC4B70-73FE-48E8-AF98-7C3E5B19802A}" type="presParOf" srcId="{3231B57C-4100-4970-B3EB-557CF76A4FBE}" destId="{233FAB8D-A030-4502-A08E-DC79296193A6}" srcOrd="6" destOrd="0" presId="urn:microsoft.com/office/officeart/2008/layout/LinedList"/>
    <dgm:cxn modelId="{CBC8D82E-7DED-4623-8674-DA5D57C599D3}" type="presParOf" srcId="{3231B57C-4100-4970-B3EB-557CF76A4FBE}" destId="{04565D7F-FDD0-4138-9224-C40C082F8541}" srcOrd="7" destOrd="0" presId="urn:microsoft.com/office/officeart/2008/layout/LinedList"/>
    <dgm:cxn modelId="{02E5ECD4-F7F1-4E80-A2A9-457D06482ED7}" type="presParOf" srcId="{04565D7F-FDD0-4138-9224-C40C082F8541}" destId="{32D1CB2C-82EA-415A-96F0-5874213581BA}" srcOrd="0" destOrd="0" presId="urn:microsoft.com/office/officeart/2008/layout/LinedList"/>
    <dgm:cxn modelId="{479D75E9-3B7A-4CED-85D3-E3FB988E5504}" type="presParOf" srcId="{04565D7F-FDD0-4138-9224-C40C082F8541}" destId="{881207F5-2395-47B2-AD0A-076C7662167C}"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E7657D-317F-41D6-AE80-82B19C46E4CC}"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F9CACDA-F07F-45F5-B56F-647FF85DB4BB}">
      <dgm:prSet/>
      <dgm:spPr/>
      <dgm:t>
        <a:bodyPr/>
        <a:lstStyle/>
        <a:p>
          <a:r>
            <a:rPr lang="vi-VN" b="0" i="0"/>
            <a:t>Xây dựng website thương mại </a:t>
          </a:r>
          <a:br>
            <a:rPr lang="vi-VN" b="0" i="0"/>
          </a:br>
          <a:r>
            <a:rPr lang="vi-VN" b="0" i="0"/>
            <a:t>điện tử hoàn chỉnh.</a:t>
          </a:r>
          <a:endParaRPr lang="en-US"/>
        </a:p>
      </dgm:t>
    </dgm:pt>
    <dgm:pt modelId="{01C55263-35DF-4108-B76E-A75791F47B1C}" type="parTrans" cxnId="{421AA038-3143-4F56-8A25-755F69739634}">
      <dgm:prSet/>
      <dgm:spPr/>
      <dgm:t>
        <a:bodyPr/>
        <a:lstStyle/>
        <a:p>
          <a:endParaRPr lang="en-US"/>
        </a:p>
      </dgm:t>
    </dgm:pt>
    <dgm:pt modelId="{5BFED41F-A6F5-4FCE-AD74-71D3A38E52D8}" type="sibTrans" cxnId="{421AA038-3143-4F56-8A25-755F69739634}">
      <dgm:prSet/>
      <dgm:spPr/>
      <dgm:t>
        <a:bodyPr/>
        <a:lstStyle/>
        <a:p>
          <a:endParaRPr lang="en-US"/>
        </a:p>
      </dgm:t>
    </dgm:pt>
    <dgm:pt modelId="{D5B44A6E-FAD9-4DBE-87B1-07BB504B6E7C}">
      <dgm:prSet/>
      <dgm:spPr/>
      <dgm:t>
        <a:bodyPr/>
        <a:lstStyle/>
        <a:p>
          <a:r>
            <a:rPr lang="vi-VN" b="0" i="0"/>
            <a:t>Tích hợp AI Chatbot hỗ trợ tư vấn (Google Gemini).</a:t>
          </a:r>
          <a:endParaRPr lang="en-US"/>
        </a:p>
      </dgm:t>
    </dgm:pt>
    <dgm:pt modelId="{24655211-9979-4835-A115-450F6EC83916}" type="parTrans" cxnId="{1759F261-CB41-4553-B237-03BB8C1AAD39}">
      <dgm:prSet/>
      <dgm:spPr/>
      <dgm:t>
        <a:bodyPr/>
        <a:lstStyle/>
        <a:p>
          <a:endParaRPr lang="en-US"/>
        </a:p>
      </dgm:t>
    </dgm:pt>
    <dgm:pt modelId="{F03B0953-154E-41C5-A570-04ED87E70151}" type="sibTrans" cxnId="{1759F261-CB41-4553-B237-03BB8C1AAD39}">
      <dgm:prSet/>
      <dgm:spPr/>
      <dgm:t>
        <a:bodyPr/>
        <a:lstStyle/>
        <a:p>
          <a:endParaRPr lang="en-US"/>
        </a:p>
      </dgm:t>
    </dgm:pt>
    <dgm:pt modelId="{2BF234AD-318A-486F-A4DE-4B03F021DBFE}">
      <dgm:prSet/>
      <dgm:spPr/>
      <dgm:t>
        <a:bodyPr/>
        <a:lstStyle/>
        <a:p>
          <a:r>
            <a:rPr lang="vi-VN" b="0" i="0"/>
            <a:t>Hệ thống thanh toán online (VietQR/SePay).</a:t>
          </a:r>
          <a:endParaRPr lang="en-US"/>
        </a:p>
      </dgm:t>
    </dgm:pt>
    <dgm:pt modelId="{18029ECE-B924-4E9E-82DF-BAFB3740AF55}" type="parTrans" cxnId="{8A9D40E5-FB62-43CE-8A4D-BBE5CDE9D9C9}">
      <dgm:prSet/>
      <dgm:spPr/>
      <dgm:t>
        <a:bodyPr/>
        <a:lstStyle/>
        <a:p>
          <a:endParaRPr lang="en-US"/>
        </a:p>
      </dgm:t>
    </dgm:pt>
    <dgm:pt modelId="{BA166084-5246-46A5-AFE7-2413DBD90994}" type="sibTrans" cxnId="{8A9D40E5-FB62-43CE-8A4D-BBE5CDE9D9C9}">
      <dgm:prSet/>
      <dgm:spPr/>
      <dgm:t>
        <a:bodyPr/>
        <a:lstStyle/>
        <a:p>
          <a:endParaRPr lang="en-US"/>
        </a:p>
      </dgm:t>
    </dgm:pt>
    <dgm:pt modelId="{C847F150-94E0-4F28-8CE5-A6305CA22D7B}">
      <dgm:prSet/>
      <dgm:spPr/>
      <dgm:t>
        <a:bodyPr/>
        <a:lstStyle/>
        <a:p>
          <a:r>
            <a:rPr lang="vi-VN" b="0" i="0"/>
            <a:t>Quản trị viên quản lý toàn bộ </a:t>
          </a:r>
          <a:br>
            <a:rPr lang="vi-VN" b="0" i="0"/>
          </a:br>
          <a:r>
            <a:rPr lang="vi-VN" b="0" i="0"/>
            <a:t>hoạt động.</a:t>
          </a:r>
          <a:endParaRPr lang="en-US"/>
        </a:p>
      </dgm:t>
    </dgm:pt>
    <dgm:pt modelId="{3D5F7ACA-38F5-4E7D-8308-77EED280C8A1}" type="parTrans" cxnId="{DDC39BE0-4454-417D-85CE-C72C66C4A985}">
      <dgm:prSet/>
      <dgm:spPr/>
      <dgm:t>
        <a:bodyPr/>
        <a:lstStyle/>
        <a:p>
          <a:endParaRPr lang="en-US"/>
        </a:p>
      </dgm:t>
    </dgm:pt>
    <dgm:pt modelId="{D444A104-7EFC-4E18-B2ED-10A608663FD3}" type="sibTrans" cxnId="{DDC39BE0-4454-417D-85CE-C72C66C4A985}">
      <dgm:prSet/>
      <dgm:spPr/>
      <dgm:t>
        <a:bodyPr/>
        <a:lstStyle/>
        <a:p>
          <a:endParaRPr lang="en-US"/>
        </a:p>
      </dgm:t>
    </dgm:pt>
    <dgm:pt modelId="{7357790E-C0B1-49C9-8B04-C4D8EEC032AA}">
      <dgm:prSet/>
      <dgm:spPr/>
      <dgm:t>
        <a:bodyPr/>
        <a:lstStyle/>
        <a:p>
          <a:r>
            <a:rPr lang="vi-VN" b="0" i="0"/>
            <a:t>Thiết kế responsive, trải nghiệm </a:t>
          </a:r>
          <a:br>
            <a:rPr lang="vi-VN" b="0" i="0"/>
          </a:br>
          <a:r>
            <a:rPr lang="vi-VN" b="0" i="0"/>
            <a:t>người dùng tốt.</a:t>
          </a:r>
          <a:endParaRPr lang="en-US"/>
        </a:p>
      </dgm:t>
    </dgm:pt>
    <dgm:pt modelId="{8716F133-D879-43AA-99E7-81C65839AEEF}" type="parTrans" cxnId="{F3A2A982-6015-43E7-A1CC-6FACB7274BFE}">
      <dgm:prSet/>
      <dgm:spPr/>
      <dgm:t>
        <a:bodyPr/>
        <a:lstStyle/>
        <a:p>
          <a:endParaRPr lang="en-US"/>
        </a:p>
      </dgm:t>
    </dgm:pt>
    <dgm:pt modelId="{E9B2B5C0-DBFE-446A-833D-5309BEE5DA7C}" type="sibTrans" cxnId="{F3A2A982-6015-43E7-A1CC-6FACB7274BFE}">
      <dgm:prSet/>
      <dgm:spPr/>
      <dgm:t>
        <a:bodyPr/>
        <a:lstStyle/>
        <a:p>
          <a:endParaRPr lang="en-US"/>
        </a:p>
      </dgm:t>
    </dgm:pt>
    <dgm:pt modelId="{5545718A-5860-488B-84EB-7969DED5857E}" type="pres">
      <dgm:prSet presAssocID="{E8E7657D-317F-41D6-AE80-82B19C46E4CC}" presName="outerComposite" presStyleCnt="0">
        <dgm:presLayoutVars>
          <dgm:chMax val="5"/>
          <dgm:dir/>
          <dgm:resizeHandles val="exact"/>
        </dgm:presLayoutVars>
      </dgm:prSet>
      <dgm:spPr/>
    </dgm:pt>
    <dgm:pt modelId="{5D2F823E-7707-4558-963C-20BE3D5CCE18}" type="pres">
      <dgm:prSet presAssocID="{E8E7657D-317F-41D6-AE80-82B19C46E4CC}" presName="dummyMaxCanvas" presStyleCnt="0">
        <dgm:presLayoutVars/>
      </dgm:prSet>
      <dgm:spPr/>
    </dgm:pt>
    <dgm:pt modelId="{19F875BA-688D-45F9-95E0-206B23E972A2}" type="pres">
      <dgm:prSet presAssocID="{E8E7657D-317F-41D6-AE80-82B19C46E4CC}" presName="FiveNodes_1" presStyleLbl="node1" presStyleIdx="0" presStyleCnt="5">
        <dgm:presLayoutVars>
          <dgm:bulletEnabled val="1"/>
        </dgm:presLayoutVars>
      </dgm:prSet>
      <dgm:spPr/>
    </dgm:pt>
    <dgm:pt modelId="{A577BE24-C432-4EA9-8D44-7C8B7617F2C9}" type="pres">
      <dgm:prSet presAssocID="{E8E7657D-317F-41D6-AE80-82B19C46E4CC}" presName="FiveNodes_2" presStyleLbl="node1" presStyleIdx="1" presStyleCnt="5">
        <dgm:presLayoutVars>
          <dgm:bulletEnabled val="1"/>
        </dgm:presLayoutVars>
      </dgm:prSet>
      <dgm:spPr/>
    </dgm:pt>
    <dgm:pt modelId="{3C400FC4-A23A-4E93-ACEF-52B513DA5161}" type="pres">
      <dgm:prSet presAssocID="{E8E7657D-317F-41D6-AE80-82B19C46E4CC}" presName="FiveNodes_3" presStyleLbl="node1" presStyleIdx="2" presStyleCnt="5">
        <dgm:presLayoutVars>
          <dgm:bulletEnabled val="1"/>
        </dgm:presLayoutVars>
      </dgm:prSet>
      <dgm:spPr/>
    </dgm:pt>
    <dgm:pt modelId="{860BB8DB-14E4-4B55-BC01-4ABEF9ECE239}" type="pres">
      <dgm:prSet presAssocID="{E8E7657D-317F-41D6-AE80-82B19C46E4CC}" presName="FiveNodes_4" presStyleLbl="node1" presStyleIdx="3" presStyleCnt="5">
        <dgm:presLayoutVars>
          <dgm:bulletEnabled val="1"/>
        </dgm:presLayoutVars>
      </dgm:prSet>
      <dgm:spPr/>
    </dgm:pt>
    <dgm:pt modelId="{0397F447-4CCC-427C-B684-7B62A4F277D7}" type="pres">
      <dgm:prSet presAssocID="{E8E7657D-317F-41D6-AE80-82B19C46E4CC}" presName="FiveNodes_5" presStyleLbl="node1" presStyleIdx="4" presStyleCnt="5">
        <dgm:presLayoutVars>
          <dgm:bulletEnabled val="1"/>
        </dgm:presLayoutVars>
      </dgm:prSet>
      <dgm:spPr/>
    </dgm:pt>
    <dgm:pt modelId="{1839AD97-A44A-47D6-94FE-5166D7A1E688}" type="pres">
      <dgm:prSet presAssocID="{E8E7657D-317F-41D6-AE80-82B19C46E4CC}" presName="FiveConn_1-2" presStyleLbl="fgAccFollowNode1" presStyleIdx="0" presStyleCnt="4">
        <dgm:presLayoutVars>
          <dgm:bulletEnabled val="1"/>
        </dgm:presLayoutVars>
      </dgm:prSet>
      <dgm:spPr/>
    </dgm:pt>
    <dgm:pt modelId="{3A724872-9BCC-4BEA-B795-FE1CA933A1AE}" type="pres">
      <dgm:prSet presAssocID="{E8E7657D-317F-41D6-AE80-82B19C46E4CC}" presName="FiveConn_2-3" presStyleLbl="fgAccFollowNode1" presStyleIdx="1" presStyleCnt="4">
        <dgm:presLayoutVars>
          <dgm:bulletEnabled val="1"/>
        </dgm:presLayoutVars>
      </dgm:prSet>
      <dgm:spPr/>
    </dgm:pt>
    <dgm:pt modelId="{A75006CD-225A-4E4E-8E29-54AF1EBBB100}" type="pres">
      <dgm:prSet presAssocID="{E8E7657D-317F-41D6-AE80-82B19C46E4CC}" presName="FiveConn_3-4" presStyleLbl="fgAccFollowNode1" presStyleIdx="2" presStyleCnt="4">
        <dgm:presLayoutVars>
          <dgm:bulletEnabled val="1"/>
        </dgm:presLayoutVars>
      </dgm:prSet>
      <dgm:spPr/>
    </dgm:pt>
    <dgm:pt modelId="{9B4DB4C6-EF12-4BEE-9A03-8FBC1D5ED447}" type="pres">
      <dgm:prSet presAssocID="{E8E7657D-317F-41D6-AE80-82B19C46E4CC}" presName="FiveConn_4-5" presStyleLbl="fgAccFollowNode1" presStyleIdx="3" presStyleCnt="4">
        <dgm:presLayoutVars>
          <dgm:bulletEnabled val="1"/>
        </dgm:presLayoutVars>
      </dgm:prSet>
      <dgm:spPr/>
    </dgm:pt>
    <dgm:pt modelId="{147388AB-AF35-4BCD-BF05-225452D3E8D6}" type="pres">
      <dgm:prSet presAssocID="{E8E7657D-317F-41D6-AE80-82B19C46E4CC}" presName="FiveNodes_1_text" presStyleLbl="node1" presStyleIdx="4" presStyleCnt="5">
        <dgm:presLayoutVars>
          <dgm:bulletEnabled val="1"/>
        </dgm:presLayoutVars>
      </dgm:prSet>
      <dgm:spPr/>
    </dgm:pt>
    <dgm:pt modelId="{34E1E0A8-0989-4815-830B-EB63E2385054}" type="pres">
      <dgm:prSet presAssocID="{E8E7657D-317F-41D6-AE80-82B19C46E4CC}" presName="FiveNodes_2_text" presStyleLbl="node1" presStyleIdx="4" presStyleCnt="5">
        <dgm:presLayoutVars>
          <dgm:bulletEnabled val="1"/>
        </dgm:presLayoutVars>
      </dgm:prSet>
      <dgm:spPr/>
    </dgm:pt>
    <dgm:pt modelId="{D1F9E912-AD9F-4C92-952E-CBFAF3F58979}" type="pres">
      <dgm:prSet presAssocID="{E8E7657D-317F-41D6-AE80-82B19C46E4CC}" presName="FiveNodes_3_text" presStyleLbl="node1" presStyleIdx="4" presStyleCnt="5">
        <dgm:presLayoutVars>
          <dgm:bulletEnabled val="1"/>
        </dgm:presLayoutVars>
      </dgm:prSet>
      <dgm:spPr/>
    </dgm:pt>
    <dgm:pt modelId="{39FC2A73-D285-4F7A-B6D6-5E054FC60750}" type="pres">
      <dgm:prSet presAssocID="{E8E7657D-317F-41D6-AE80-82B19C46E4CC}" presName="FiveNodes_4_text" presStyleLbl="node1" presStyleIdx="4" presStyleCnt="5">
        <dgm:presLayoutVars>
          <dgm:bulletEnabled val="1"/>
        </dgm:presLayoutVars>
      </dgm:prSet>
      <dgm:spPr/>
    </dgm:pt>
    <dgm:pt modelId="{D516E864-8B27-4E85-92EC-145178A43415}" type="pres">
      <dgm:prSet presAssocID="{E8E7657D-317F-41D6-AE80-82B19C46E4CC}" presName="FiveNodes_5_text" presStyleLbl="node1" presStyleIdx="4" presStyleCnt="5">
        <dgm:presLayoutVars>
          <dgm:bulletEnabled val="1"/>
        </dgm:presLayoutVars>
      </dgm:prSet>
      <dgm:spPr/>
    </dgm:pt>
  </dgm:ptLst>
  <dgm:cxnLst>
    <dgm:cxn modelId="{2F0C600B-06F5-48A7-A08F-6AD8927BCD8B}" type="presOf" srcId="{7357790E-C0B1-49C9-8B04-C4D8EEC032AA}" destId="{D516E864-8B27-4E85-92EC-145178A43415}" srcOrd="1" destOrd="0" presId="urn:microsoft.com/office/officeart/2005/8/layout/vProcess5"/>
    <dgm:cxn modelId="{CF4D2C28-9F46-410F-A38D-17DEF872C6FB}" type="presOf" srcId="{C847F150-94E0-4F28-8CE5-A6305CA22D7B}" destId="{39FC2A73-D285-4F7A-B6D6-5E054FC60750}" srcOrd="1" destOrd="0" presId="urn:microsoft.com/office/officeart/2005/8/layout/vProcess5"/>
    <dgm:cxn modelId="{421AA038-3143-4F56-8A25-755F69739634}" srcId="{E8E7657D-317F-41D6-AE80-82B19C46E4CC}" destId="{EF9CACDA-F07F-45F5-B56F-647FF85DB4BB}" srcOrd="0" destOrd="0" parTransId="{01C55263-35DF-4108-B76E-A75791F47B1C}" sibTransId="{5BFED41F-A6F5-4FCE-AD74-71D3A38E52D8}"/>
    <dgm:cxn modelId="{1759F261-CB41-4553-B237-03BB8C1AAD39}" srcId="{E8E7657D-317F-41D6-AE80-82B19C46E4CC}" destId="{D5B44A6E-FAD9-4DBE-87B1-07BB504B6E7C}" srcOrd="1" destOrd="0" parTransId="{24655211-9979-4835-A115-450F6EC83916}" sibTransId="{F03B0953-154E-41C5-A570-04ED87E70151}"/>
    <dgm:cxn modelId="{CDAF7A64-A716-45A2-8A26-41F8F7AE02DD}" type="presOf" srcId="{F03B0953-154E-41C5-A570-04ED87E70151}" destId="{3A724872-9BCC-4BEA-B795-FE1CA933A1AE}" srcOrd="0" destOrd="0" presId="urn:microsoft.com/office/officeart/2005/8/layout/vProcess5"/>
    <dgm:cxn modelId="{3825CE64-D05F-4E9A-AF49-6057D1596462}" type="presOf" srcId="{D5B44A6E-FAD9-4DBE-87B1-07BB504B6E7C}" destId="{A577BE24-C432-4EA9-8D44-7C8B7617F2C9}" srcOrd="0" destOrd="0" presId="urn:microsoft.com/office/officeart/2005/8/layout/vProcess5"/>
    <dgm:cxn modelId="{E2FE846A-F8DD-4654-8C47-3FB2284BC53F}" type="presOf" srcId="{C847F150-94E0-4F28-8CE5-A6305CA22D7B}" destId="{860BB8DB-14E4-4B55-BC01-4ABEF9ECE239}" srcOrd="0" destOrd="0" presId="urn:microsoft.com/office/officeart/2005/8/layout/vProcess5"/>
    <dgm:cxn modelId="{4E429F6D-7040-40F2-85A2-69919C6C7A5A}" type="presOf" srcId="{BA166084-5246-46A5-AFE7-2413DBD90994}" destId="{A75006CD-225A-4E4E-8E29-54AF1EBBB100}" srcOrd="0" destOrd="0" presId="urn:microsoft.com/office/officeart/2005/8/layout/vProcess5"/>
    <dgm:cxn modelId="{57CF6F7F-165A-4B50-8E04-ABDED5B3AC6A}" type="presOf" srcId="{EF9CACDA-F07F-45F5-B56F-647FF85DB4BB}" destId="{147388AB-AF35-4BCD-BF05-225452D3E8D6}" srcOrd="1" destOrd="0" presId="urn:microsoft.com/office/officeart/2005/8/layout/vProcess5"/>
    <dgm:cxn modelId="{F3A2A982-6015-43E7-A1CC-6FACB7274BFE}" srcId="{E8E7657D-317F-41D6-AE80-82B19C46E4CC}" destId="{7357790E-C0B1-49C9-8B04-C4D8EEC032AA}" srcOrd="4" destOrd="0" parTransId="{8716F133-D879-43AA-99E7-81C65839AEEF}" sibTransId="{E9B2B5C0-DBFE-446A-833D-5309BEE5DA7C}"/>
    <dgm:cxn modelId="{D8F8F995-A30C-44BC-B657-6D1C1188D5F7}" type="presOf" srcId="{2BF234AD-318A-486F-A4DE-4B03F021DBFE}" destId="{D1F9E912-AD9F-4C92-952E-CBFAF3F58979}" srcOrd="1" destOrd="0" presId="urn:microsoft.com/office/officeart/2005/8/layout/vProcess5"/>
    <dgm:cxn modelId="{7D6BF3A3-7627-407F-B1EF-DB58A20DD149}" type="presOf" srcId="{EF9CACDA-F07F-45F5-B56F-647FF85DB4BB}" destId="{19F875BA-688D-45F9-95E0-206B23E972A2}" srcOrd="0" destOrd="0" presId="urn:microsoft.com/office/officeart/2005/8/layout/vProcess5"/>
    <dgm:cxn modelId="{62E53DCD-72DE-44DB-BB0F-65517F0189A2}" type="presOf" srcId="{2BF234AD-318A-486F-A4DE-4B03F021DBFE}" destId="{3C400FC4-A23A-4E93-ACEF-52B513DA5161}" srcOrd="0" destOrd="0" presId="urn:microsoft.com/office/officeart/2005/8/layout/vProcess5"/>
    <dgm:cxn modelId="{8CDC2DD2-4A71-48A3-A9AA-A3D802C25782}" type="presOf" srcId="{D444A104-7EFC-4E18-B2ED-10A608663FD3}" destId="{9B4DB4C6-EF12-4BEE-9A03-8FBC1D5ED447}" srcOrd="0" destOrd="0" presId="urn:microsoft.com/office/officeart/2005/8/layout/vProcess5"/>
    <dgm:cxn modelId="{420390DD-B83E-45A3-91BA-11D7E8671F00}" type="presOf" srcId="{D5B44A6E-FAD9-4DBE-87B1-07BB504B6E7C}" destId="{34E1E0A8-0989-4815-830B-EB63E2385054}" srcOrd="1" destOrd="0" presId="urn:microsoft.com/office/officeart/2005/8/layout/vProcess5"/>
    <dgm:cxn modelId="{705E18DF-902E-4059-BBBC-711A6C7EBE0B}" type="presOf" srcId="{E8E7657D-317F-41D6-AE80-82B19C46E4CC}" destId="{5545718A-5860-488B-84EB-7969DED5857E}" srcOrd="0" destOrd="0" presId="urn:microsoft.com/office/officeart/2005/8/layout/vProcess5"/>
    <dgm:cxn modelId="{DDC39BE0-4454-417D-85CE-C72C66C4A985}" srcId="{E8E7657D-317F-41D6-AE80-82B19C46E4CC}" destId="{C847F150-94E0-4F28-8CE5-A6305CA22D7B}" srcOrd="3" destOrd="0" parTransId="{3D5F7ACA-38F5-4E7D-8308-77EED280C8A1}" sibTransId="{D444A104-7EFC-4E18-B2ED-10A608663FD3}"/>
    <dgm:cxn modelId="{8A9D40E5-FB62-43CE-8A4D-BBE5CDE9D9C9}" srcId="{E8E7657D-317F-41D6-AE80-82B19C46E4CC}" destId="{2BF234AD-318A-486F-A4DE-4B03F021DBFE}" srcOrd="2" destOrd="0" parTransId="{18029ECE-B924-4E9E-82DF-BAFB3740AF55}" sibTransId="{BA166084-5246-46A5-AFE7-2413DBD90994}"/>
    <dgm:cxn modelId="{F12756E5-89EA-4776-A087-F0CEBF1D5C02}" type="presOf" srcId="{7357790E-C0B1-49C9-8B04-C4D8EEC032AA}" destId="{0397F447-4CCC-427C-B684-7B62A4F277D7}" srcOrd="0" destOrd="0" presId="urn:microsoft.com/office/officeart/2005/8/layout/vProcess5"/>
    <dgm:cxn modelId="{1148C1F6-EF06-4A8F-B885-D28685897F92}" type="presOf" srcId="{5BFED41F-A6F5-4FCE-AD74-71D3A38E52D8}" destId="{1839AD97-A44A-47D6-94FE-5166D7A1E688}" srcOrd="0" destOrd="0" presId="urn:microsoft.com/office/officeart/2005/8/layout/vProcess5"/>
    <dgm:cxn modelId="{E7D56EDF-E8D7-4996-A863-147930CB468C}" type="presParOf" srcId="{5545718A-5860-488B-84EB-7969DED5857E}" destId="{5D2F823E-7707-4558-963C-20BE3D5CCE18}" srcOrd="0" destOrd="0" presId="urn:microsoft.com/office/officeart/2005/8/layout/vProcess5"/>
    <dgm:cxn modelId="{20EDAEA3-71E8-47B9-AF3D-5B11DF05E958}" type="presParOf" srcId="{5545718A-5860-488B-84EB-7969DED5857E}" destId="{19F875BA-688D-45F9-95E0-206B23E972A2}" srcOrd="1" destOrd="0" presId="urn:microsoft.com/office/officeart/2005/8/layout/vProcess5"/>
    <dgm:cxn modelId="{06C6B7E6-5734-45CE-8E9E-8C70D9D9F6EF}" type="presParOf" srcId="{5545718A-5860-488B-84EB-7969DED5857E}" destId="{A577BE24-C432-4EA9-8D44-7C8B7617F2C9}" srcOrd="2" destOrd="0" presId="urn:microsoft.com/office/officeart/2005/8/layout/vProcess5"/>
    <dgm:cxn modelId="{2AF4C2C6-82A3-4D5D-B21F-E3D6690E7BDA}" type="presParOf" srcId="{5545718A-5860-488B-84EB-7969DED5857E}" destId="{3C400FC4-A23A-4E93-ACEF-52B513DA5161}" srcOrd="3" destOrd="0" presId="urn:microsoft.com/office/officeart/2005/8/layout/vProcess5"/>
    <dgm:cxn modelId="{A4825DAB-E30E-4EB2-BA7C-E976CC1B6B34}" type="presParOf" srcId="{5545718A-5860-488B-84EB-7969DED5857E}" destId="{860BB8DB-14E4-4B55-BC01-4ABEF9ECE239}" srcOrd="4" destOrd="0" presId="urn:microsoft.com/office/officeart/2005/8/layout/vProcess5"/>
    <dgm:cxn modelId="{CDFBF790-347A-462F-9C2F-C80582295C95}" type="presParOf" srcId="{5545718A-5860-488B-84EB-7969DED5857E}" destId="{0397F447-4CCC-427C-B684-7B62A4F277D7}" srcOrd="5" destOrd="0" presId="urn:microsoft.com/office/officeart/2005/8/layout/vProcess5"/>
    <dgm:cxn modelId="{C23404C2-8133-4C69-8DF5-5130EC3D7A7C}" type="presParOf" srcId="{5545718A-5860-488B-84EB-7969DED5857E}" destId="{1839AD97-A44A-47D6-94FE-5166D7A1E688}" srcOrd="6" destOrd="0" presId="urn:microsoft.com/office/officeart/2005/8/layout/vProcess5"/>
    <dgm:cxn modelId="{C1F10273-3D6B-4601-A75D-8097F17DBDC3}" type="presParOf" srcId="{5545718A-5860-488B-84EB-7969DED5857E}" destId="{3A724872-9BCC-4BEA-B795-FE1CA933A1AE}" srcOrd="7" destOrd="0" presId="urn:microsoft.com/office/officeart/2005/8/layout/vProcess5"/>
    <dgm:cxn modelId="{E8153640-FDA4-4E4D-B950-7E5CE4CF50D7}" type="presParOf" srcId="{5545718A-5860-488B-84EB-7969DED5857E}" destId="{A75006CD-225A-4E4E-8E29-54AF1EBBB100}" srcOrd="8" destOrd="0" presId="urn:microsoft.com/office/officeart/2005/8/layout/vProcess5"/>
    <dgm:cxn modelId="{343962DF-7A69-4071-8C3C-9824EE8CFC9E}" type="presParOf" srcId="{5545718A-5860-488B-84EB-7969DED5857E}" destId="{9B4DB4C6-EF12-4BEE-9A03-8FBC1D5ED447}" srcOrd="9" destOrd="0" presId="urn:microsoft.com/office/officeart/2005/8/layout/vProcess5"/>
    <dgm:cxn modelId="{E0E531D4-7B38-4D37-B399-9E37D9C8F7C7}" type="presParOf" srcId="{5545718A-5860-488B-84EB-7969DED5857E}" destId="{147388AB-AF35-4BCD-BF05-225452D3E8D6}" srcOrd="10" destOrd="0" presId="urn:microsoft.com/office/officeart/2005/8/layout/vProcess5"/>
    <dgm:cxn modelId="{1F2676B8-32EB-47A3-B6D5-DF0F05902E72}" type="presParOf" srcId="{5545718A-5860-488B-84EB-7969DED5857E}" destId="{34E1E0A8-0989-4815-830B-EB63E2385054}" srcOrd="11" destOrd="0" presId="urn:microsoft.com/office/officeart/2005/8/layout/vProcess5"/>
    <dgm:cxn modelId="{F5C73EF1-B184-478A-A946-C0DAAA945830}" type="presParOf" srcId="{5545718A-5860-488B-84EB-7969DED5857E}" destId="{D1F9E912-AD9F-4C92-952E-CBFAF3F58979}" srcOrd="12" destOrd="0" presId="urn:microsoft.com/office/officeart/2005/8/layout/vProcess5"/>
    <dgm:cxn modelId="{C57B0263-BEF7-43D9-AFC1-BDE32FC8B33E}" type="presParOf" srcId="{5545718A-5860-488B-84EB-7969DED5857E}" destId="{39FC2A73-D285-4F7A-B6D6-5E054FC60750}" srcOrd="13" destOrd="0" presId="urn:microsoft.com/office/officeart/2005/8/layout/vProcess5"/>
    <dgm:cxn modelId="{818A60A3-F421-46C1-B7DD-EB44C4D12BD0}" type="presParOf" srcId="{5545718A-5860-488B-84EB-7969DED5857E}" destId="{D516E864-8B27-4E85-92EC-145178A4341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CA23F5D-1475-4423-820C-FF676D4318A5}"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C4AB19CE-12E1-4263-B582-33DDE82B3B7F}">
      <dgm:prSet/>
      <dgm:spPr/>
      <dgm:t>
        <a:bodyPr/>
        <a:lstStyle/>
        <a:p>
          <a:r>
            <a:rPr lang="vi-VN"/>
            <a:t>AI Chatbot - Google Gemini</a:t>
          </a:r>
          <a:endParaRPr lang="en-US"/>
        </a:p>
      </dgm:t>
    </dgm:pt>
    <dgm:pt modelId="{0E108369-73AD-4CCC-84B3-171A9D2E4483}" type="parTrans" cxnId="{11DB20CA-394F-4985-95B3-109B66DB82AA}">
      <dgm:prSet/>
      <dgm:spPr/>
      <dgm:t>
        <a:bodyPr/>
        <a:lstStyle/>
        <a:p>
          <a:endParaRPr lang="en-US"/>
        </a:p>
      </dgm:t>
    </dgm:pt>
    <dgm:pt modelId="{1A745375-D7D2-4C44-A347-44776C3C1598}" type="sibTrans" cxnId="{11DB20CA-394F-4985-95B3-109B66DB82AA}">
      <dgm:prSet/>
      <dgm:spPr/>
      <dgm:t>
        <a:bodyPr/>
        <a:lstStyle/>
        <a:p>
          <a:endParaRPr lang="en-US"/>
        </a:p>
      </dgm:t>
    </dgm:pt>
    <dgm:pt modelId="{03C25FD1-C3C5-4384-BC7E-2C7696265E99}">
      <dgm:prSet/>
      <dgm:spPr/>
      <dgm:t>
        <a:bodyPr/>
        <a:lstStyle/>
        <a:p>
          <a:r>
            <a:rPr lang="en-US"/>
            <a:t>Thanh toán Online - VietQR/SePay</a:t>
          </a:r>
        </a:p>
      </dgm:t>
    </dgm:pt>
    <dgm:pt modelId="{8BBDFB70-F4B1-401E-956C-A8122ADDFB92}" type="parTrans" cxnId="{D9BA7836-11C2-4D61-8FFE-7B63C5A96E94}">
      <dgm:prSet/>
      <dgm:spPr/>
      <dgm:t>
        <a:bodyPr/>
        <a:lstStyle/>
        <a:p>
          <a:endParaRPr lang="en-US"/>
        </a:p>
      </dgm:t>
    </dgm:pt>
    <dgm:pt modelId="{383BC7EE-9F86-4170-A417-9E2AC5915A30}" type="sibTrans" cxnId="{D9BA7836-11C2-4D61-8FFE-7B63C5A96E94}">
      <dgm:prSet/>
      <dgm:spPr/>
      <dgm:t>
        <a:bodyPr/>
        <a:lstStyle/>
        <a:p>
          <a:endParaRPr lang="en-US"/>
        </a:p>
      </dgm:t>
    </dgm:pt>
    <dgm:pt modelId="{40E13E21-DF56-4F95-AA26-46A0356B4FAC}">
      <dgm:prSet/>
      <dgm:spPr/>
      <dgm:t>
        <a:bodyPr/>
        <a:lstStyle/>
        <a:p>
          <a:r>
            <a:rPr lang="vi-VN"/>
            <a:t>Hệ thống Đánh giá &amp; Review</a:t>
          </a:r>
          <a:endParaRPr lang="en-US"/>
        </a:p>
      </dgm:t>
    </dgm:pt>
    <dgm:pt modelId="{70D2F735-C9DC-4D15-9EAC-86DE269DC997}" type="parTrans" cxnId="{789B2B9A-7D4C-4C63-B592-9E0CC0F976D2}">
      <dgm:prSet/>
      <dgm:spPr/>
      <dgm:t>
        <a:bodyPr/>
        <a:lstStyle/>
        <a:p>
          <a:endParaRPr lang="en-US"/>
        </a:p>
      </dgm:t>
    </dgm:pt>
    <dgm:pt modelId="{72D0C2F0-3936-4477-9574-347B7C9FEA2C}" type="sibTrans" cxnId="{789B2B9A-7D4C-4C63-B592-9E0CC0F976D2}">
      <dgm:prSet/>
      <dgm:spPr/>
      <dgm:t>
        <a:bodyPr/>
        <a:lstStyle/>
        <a:p>
          <a:endParaRPr lang="en-US"/>
        </a:p>
      </dgm:t>
    </dgm:pt>
    <dgm:pt modelId="{280C1A91-8E18-402B-8EE1-8122A2F8CD65}">
      <dgm:prSet/>
      <dgm:spPr/>
      <dgm:t>
        <a:bodyPr/>
        <a:lstStyle/>
        <a:p>
          <a:r>
            <a:rPr lang="vi-VN"/>
            <a:t>Quản lý Sản phẩm Nâng cao</a:t>
          </a:r>
          <a:endParaRPr lang="en-US"/>
        </a:p>
      </dgm:t>
    </dgm:pt>
    <dgm:pt modelId="{1D9719E3-A67C-41D1-AC59-4357E46A7788}" type="parTrans" cxnId="{3F713932-1E58-44CE-9939-12ECA6D97EDA}">
      <dgm:prSet/>
      <dgm:spPr/>
      <dgm:t>
        <a:bodyPr/>
        <a:lstStyle/>
        <a:p>
          <a:endParaRPr lang="en-US"/>
        </a:p>
      </dgm:t>
    </dgm:pt>
    <dgm:pt modelId="{01180E78-3F11-444A-B3FC-9059EADDE468}" type="sibTrans" cxnId="{3F713932-1E58-44CE-9939-12ECA6D97EDA}">
      <dgm:prSet/>
      <dgm:spPr/>
      <dgm:t>
        <a:bodyPr/>
        <a:lstStyle/>
        <a:p>
          <a:endParaRPr lang="en-US"/>
        </a:p>
      </dgm:t>
    </dgm:pt>
    <dgm:pt modelId="{3880C330-4E9E-4935-92F7-A274B1F8FDC3}" type="pres">
      <dgm:prSet presAssocID="{FCA23F5D-1475-4423-820C-FF676D4318A5}" presName="matrix" presStyleCnt="0">
        <dgm:presLayoutVars>
          <dgm:chMax val="1"/>
          <dgm:dir/>
          <dgm:resizeHandles val="exact"/>
        </dgm:presLayoutVars>
      </dgm:prSet>
      <dgm:spPr/>
    </dgm:pt>
    <dgm:pt modelId="{F8FC3A6E-5A99-47A4-9861-B909E22E48D6}" type="pres">
      <dgm:prSet presAssocID="{FCA23F5D-1475-4423-820C-FF676D4318A5}" presName="diamond" presStyleLbl="bgShp" presStyleIdx="0" presStyleCnt="1"/>
      <dgm:spPr/>
    </dgm:pt>
    <dgm:pt modelId="{D79D6727-308B-425E-8F89-4F085FE44DE1}" type="pres">
      <dgm:prSet presAssocID="{FCA23F5D-1475-4423-820C-FF676D4318A5}" presName="quad1" presStyleLbl="node1" presStyleIdx="0" presStyleCnt="4">
        <dgm:presLayoutVars>
          <dgm:chMax val="0"/>
          <dgm:chPref val="0"/>
          <dgm:bulletEnabled val="1"/>
        </dgm:presLayoutVars>
      </dgm:prSet>
      <dgm:spPr/>
    </dgm:pt>
    <dgm:pt modelId="{A1BDF08D-60F4-4C65-894C-BB4E7C5B2EFB}" type="pres">
      <dgm:prSet presAssocID="{FCA23F5D-1475-4423-820C-FF676D4318A5}" presName="quad2" presStyleLbl="node1" presStyleIdx="1" presStyleCnt="4">
        <dgm:presLayoutVars>
          <dgm:chMax val="0"/>
          <dgm:chPref val="0"/>
          <dgm:bulletEnabled val="1"/>
        </dgm:presLayoutVars>
      </dgm:prSet>
      <dgm:spPr/>
    </dgm:pt>
    <dgm:pt modelId="{BBEFC898-88DC-4496-B1DD-1BE0FCC6B6E3}" type="pres">
      <dgm:prSet presAssocID="{FCA23F5D-1475-4423-820C-FF676D4318A5}" presName="quad3" presStyleLbl="node1" presStyleIdx="2" presStyleCnt="4">
        <dgm:presLayoutVars>
          <dgm:chMax val="0"/>
          <dgm:chPref val="0"/>
          <dgm:bulletEnabled val="1"/>
        </dgm:presLayoutVars>
      </dgm:prSet>
      <dgm:spPr/>
    </dgm:pt>
    <dgm:pt modelId="{70E3BEBD-2921-43E8-9488-E651F62EF7D2}" type="pres">
      <dgm:prSet presAssocID="{FCA23F5D-1475-4423-820C-FF676D4318A5}" presName="quad4" presStyleLbl="node1" presStyleIdx="3" presStyleCnt="4">
        <dgm:presLayoutVars>
          <dgm:chMax val="0"/>
          <dgm:chPref val="0"/>
          <dgm:bulletEnabled val="1"/>
        </dgm:presLayoutVars>
      </dgm:prSet>
      <dgm:spPr/>
    </dgm:pt>
  </dgm:ptLst>
  <dgm:cxnLst>
    <dgm:cxn modelId="{FA834003-FADC-450C-9739-E95767EAD3B9}" type="presOf" srcId="{40E13E21-DF56-4F95-AA26-46A0356B4FAC}" destId="{BBEFC898-88DC-4496-B1DD-1BE0FCC6B6E3}" srcOrd="0" destOrd="0" presId="urn:microsoft.com/office/officeart/2005/8/layout/matrix3"/>
    <dgm:cxn modelId="{278D3504-3C06-4255-A493-2A581C0AA8FE}" type="presOf" srcId="{FCA23F5D-1475-4423-820C-FF676D4318A5}" destId="{3880C330-4E9E-4935-92F7-A274B1F8FDC3}" srcOrd="0" destOrd="0" presId="urn:microsoft.com/office/officeart/2005/8/layout/matrix3"/>
    <dgm:cxn modelId="{3F713932-1E58-44CE-9939-12ECA6D97EDA}" srcId="{FCA23F5D-1475-4423-820C-FF676D4318A5}" destId="{280C1A91-8E18-402B-8EE1-8122A2F8CD65}" srcOrd="3" destOrd="0" parTransId="{1D9719E3-A67C-41D1-AC59-4357E46A7788}" sibTransId="{01180E78-3F11-444A-B3FC-9059EADDE468}"/>
    <dgm:cxn modelId="{D9BA7836-11C2-4D61-8FFE-7B63C5A96E94}" srcId="{FCA23F5D-1475-4423-820C-FF676D4318A5}" destId="{03C25FD1-C3C5-4384-BC7E-2C7696265E99}" srcOrd="1" destOrd="0" parTransId="{8BBDFB70-F4B1-401E-956C-A8122ADDFB92}" sibTransId="{383BC7EE-9F86-4170-A417-9E2AC5915A30}"/>
    <dgm:cxn modelId="{06EA1F69-1D23-4B3E-8D40-198C143677C7}" type="presOf" srcId="{C4AB19CE-12E1-4263-B582-33DDE82B3B7F}" destId="{D79D6727-308B-425E-8F89-4F085FE44DE1}" srcOrd="0" destOrd="0" presId="urn:microsoft.com/office/officeart/2005/8/layout/matrix3"/>
    <dgm:cxn modelId="{789B2B9A-7D4C-4C63-B592-9E0CC0F976D2}" srcId="{FCA23F5D-1475-4423-820C-FF676D4318A5}" destId="{40E13E21-DF56-4F95-AA26-46A0356B4FAC}" srcOrd="2" destOrd="0" parTransId="{70D2F735-C9DC-4D15-9EAC-86DE269DC997}" sibTransId="{72D0C2F0-3936-4477-9574-347B7C9FEA2C}"/>
    <dgm:cxn modelId="{11DB20CA-394F-4985-95B3-109B66DB82AA}" srcId="{FCA23F5D-1475-4423-820C-FF676D4318A5}" destId="{C4AB19CE-12E1-4263-B582-33DDE82B3B7F}" srcOrd="0" destOrd="0" parTransId="{0E108369-73AD-4CCC-84B3-171A9D2E4483}" sibTransId="{1A745375-D7D2-4C44-A347-44776C3C1598}"/>
    <dgm:cxn modelId="{30D496D2-DF0A-46A4-A3B8-A943DD77DB3B}" type="presOf" srcId="{03C25FD1-C3C5-4384-BC7E-2C7696265E99}" destId="{A1BDF08D-60F4-4C65-894C-BB4E7C5B2EFB}" srcOrd="0" destOrd="0" presId="urn:microsoft.com/office/officeart/2005/8/layout/matrix3"/>
    <dgm:cxn modelId="{9C63F1E1-0579-4AFF-928B-5C1D71119CCE}" type="presOf" srcId="{280C1A91-8E18-402B-8EE1-8122A2F8CD65}" destId="{70E3BEBD-2921-43E8-9488-E651F62EF7D2}" srcOrd="0" destOrd="0" presId="urn:microsoft.com/office/officeart/2005/8/layout/matrix3"/>
    <dgm:cxn modelId="{472C92E7-6820-42CE-91B2-AC69F4CA264F}" type="presParOf" srcId="{3880C330-4E9E-4935-92F7-A274B1F8FDC3}" destId="{F8FC3A6E-5A99-47A4-9861-B909E22E48D6}" srcOrd="0" destOrd="0" presId="urn:microsoft.com/office/officeart/2005/8/layout/matrix3"/>
    <dgm:cxn modelId="{BE1C5A8B-543E-4C97-8D5F-A447803E9EDE}" type="presParOf" srcId="{3880C330-4E9E-4935-92F7-A274B1F8FDC3}" destId="{D79D6727-308B-425E-8F89-4F085FE44DE1}" srcOrd="1" destOrd="0" presId="urn:microsoft.com/office/officeart/2005/8/layout/matrix3"/>
    <dgm:cxn modelId="{14A620BC-BF55-4E60-926C-5061A3D9E7AC}" type="presParOf" srcId="{3880C330-4E9E-4935-92F7-A274B1F8FDC3}" destId="{A1BDF08D-60F4-4C65-894C-BB4E7C5B2EFB}" srcOrd="2" destOrd="0" presId="urn:microsoft.com/office/officeart/2005/8/layout/matrix3"/>
    <dgm:cxn modelId="{92A4656F-D02F-47F5-9A5B-928130AA08C7}" type="presParOf" srcId="{3880C330-4E9E-4935-92F7-A274B1F8FDC3}" destId="{BBEFC898-88DC-4496-B1DD-1BE0FCC6B6E3}" srcOrd="3" destOrd="0" presId="urn:microsoft.com/office/officeart/2005/8/layout/matrix3"/>
    <dgm:cxn modelId="{282346F8-67E9-47AE-9460-EEF510A5B5CB}" type="presParOf" srcId="{3880C330-4E9E-4935-92F7-A274B1F8FDC3}" destId="{70E3BEBD-2921-43E8-9488-E651F62EF7D2}"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85DFAC-2B75-48E3-A89B-7448423E3CDC}">
      <dsp:nvSpPr>
        <dsp:cNvPr id="0" name=""/>
        <dsp:cNvSpPr/>
      </dsp:nvSpPr>
      <dsp:spPr>
        <a:xfrm>
          <a:off x="0" y="0"/>
          <a:ext cx="5934326" cy="969239"/>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vi-VN" sz="4000" kern="1200"/>
            <a:t>Lí do chọn đề tài</a:t>
          </a:r>
          <a:endParaRPr lang="en-US" sz="4000" kern="1200"/>
        </a:p>
      </dsp:txBody>
      <dsp:txXfrm>
        <a:off x="28388" y="28388"/>
        <a:ext cx="4775039" cy="912463"/>
      </dsp:txXfrm>
    </dsp:sp>
    <dsp:sp modelId="{049AF158-DB5D-4F09-9824-740C38A73D3F}">
      <dsp:nvSpPr>
        <dsp:cNvPr id="0" name=""/>
        <dsp:cNvSpPr/>
      </dsp:nvSpPr>
      <dsp:spPr>
        <a:xfrm>
          <a:off x="443147" y="1103856"/>
          <a:ext cx="5934326" cy="969239"/>
        </a:xfrm>
        <a:prstGeom prst="roundRect">
          <a:avLst>
            <a:gd name="adj" fmla="val 10000"/>
          </a:avLst>
        </a:prstGeom>
        <a:solidFill>
          <a:schemeClr val="accent2">
            <a:hueOff val="810023"/>
            <a:satOff val="113"/>
            <a:lumOff val="9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vi-VN" sz="4000" kern="1200"/>
            <a:t>Mục tiêu đề tài</a:t>
          </a:r>
          <a:endParaRPr lang="en-US" sz="4000" kern="1200"/>
        </a:p>
      </dsp:txBody>
      <dsp:txXfrm>
        <a:off x="471535" y="1132244"/>
        <a:ext cx="4804396" cy="912463"/>
      </dsp:txXfrm>
    </dsp:sp>
    <dsp:sp modelId="{85FC38D0-3541-49BD-BABE-C260D62EA99D}">
      <dsp:nvSpPr>
        <dsp:cNvPr id="0" name=""/>
        <dsp:cNvSpPr/>
      </dsp:nvSpPr>
      <dsp:spPr>
        <a:xfrm>
          <a:off x="886295" y="2207712"/>
          <a:ext cx="5934326" cy="969239"/>
        </a:xfrm>
        <a:prstGeom prst="roundRect">
          <a:avLst>
            <a:gd name="adj" fmla="val 10000"/>
          </a:avLst>
        </a:prstGeom>
        <a:solidFill>
          <a:schemeClr val="accent2">
            <a:hueOff val="1620045"/>
            <a:satOff val="225"/>
            <a:lumOff val="19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vi-VN" sz="4000" kern="1200"/>
            <a:t>Kiến trúc tổng quan</a:t>
          </a:r>
          <a:endParaRPr lang="en-US" sz="4000" kern="1200"/>
        </a:p>
      </dsp:txBody>
      <dsp:txXfrm>
        <a:off x="914683" y="2236100"/>
        <a:ext cx="4804396" cy="912463"/>
      </dsp:txXfrm>
    </dsp:sp>
    <dsp:sp modelId="{2FCD797E-8C17-49B8-B259-D3BDC4112BF4}">
      <dsp:nvSpPr>
        <dsp:cNvPr id="0" name=""/>
        <dsp:cNvSpPr/>
      </dsp:nvSpPr>
      <dsp:spPr>
        <a:xfrm>
          <a:off x="1329443" y="3311568"/>
          <a:ext cx="5934326" cy="969239"/>
        </a:xfrm>
        <a:prstGeom prst="roundRect">
          <a:avLst>
            <a:gd name="adj" fmla="val 10000"/>
          </a:avLst>
        </a:prstGeom>
        <a:solidFill>
          <a:schemeClr val="accent2">
            <a:hueOff val="2430068"/>
            <a:satOff val="338"/>
            <a:lumOff val="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vi-VN" sz="4000" kern="1200"/>
            <a:t>Kết luận</a:t>
          </a:r>
          <a:endParaRPr lang="en-US" sz="4000" kern="1200"/>
        </a:p>
      </dsp:txBody>
      <dsp:txXfrm>
        <a:off x="1357831" y="3339956"/>
        <a:ext cx="4804396" cy="912463"/>
      </dsp:txXfrm>
    </dsp:sp>
    <dsp:sp modelId="{1D1DA05B-0899-4BF8-A136-571605C2F3B3}">
      <dsp:nvSpPr>
        <dsp:cNvPr id="0" name=""/>
        <dsp:cNvSpPr/>
      </dsp:nvSpPr>
      <dsp:spPr>
        <a:xfrm>
          <a:off x="1772590" y="4415425"/>
          <a:ext cx="5934326" cy="969239"/>
        </a:xfrm>
        <a:prstGeom prst="roundRect">
          <a:avLst>
            <a:gd name="adj" fmla="val 10000"/>
          </a:avLst>
        </a:prstGeom>
        <a:solidFill>
          <a:schemeClr val="accent2">
            <a:hueOff val="3240090"/>
            <a:satOff val="451"/>
            <a:lumOff val="39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vi-VN" sz="4000" kern="1200"/>
            <a:t>Hướng phát triển</a:t>
          </a:r>
          <a:endParaRPr lang="en-US" sz="4000" kern="1200"/>
        </a:p>
      </dsp:txBody>
      <dsp:txXfrm>
        <a:off x="1800978" y="4443813"/>
        <a:ext cx="4804396" cy="912463"/>
      </dsp:txXfrm>
    </dsp:sp>
    <dsp:sp modelId="{6DEB4BD6-A352-426A-AA14-6BB2E1E9A4F3}">
      <dsp:nvSpPr>
        <dsp:cNvPr id="0" name=""/>
        <dsp:cNvSpPr/>
      </dsp:nvSpPr>
      <dsp:spPr>
        <a:xfrm>
          <a:off x="5304320" y="708083"/>
          <a:ext cx="630005" cy="630005"/>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446071" y="708083"/>
        <a:ext cx="346503" cy="474079"/>
      </dsp:txXfrm>
    </dsp:sp>
    <dsp:sp modelId="{C32DAECA-3487-4131-8409-F4C2B214B7C3}">
      <dsp:nvSpPr>
        <dsp:cNvPr id="0" name=""/>
        <dsp:cNvSpPr/>
      </dsp:nvSpPr>
      <dsp:spPr>
        <a:xfrm>
          <a:off x="5747468" y="1811939"/>
          <a:ext cx="630005" cy="630005"/>
        </a:xfrm>
        <a:prstGeom prst="downArrow">
          <a:avLst>
            <a:gd name="adj1" fmla="val 55000"/>
            <a:gd name="adj2" fmla="val 45000"/>
          </a:avLst>
        </a:prstGeom>
        <a:solidFill>
          <a:schemeClr val="accent2">
            <a:tint val="40000"/>
            <a:alpha val="90000"/>
            <a:hueOff val="753435"/>
            <a:satOff val="281"/>
            <a:lumOff val="35"/>
            <a:alphaOff val="0"/>
          </a:schemeClr>
        </a:solidFill>
        <a:ln w="19050" cap="rnd" cmpd="sng" algn="ctr">
          <a:solidFill>
            <a:schemeClr val="accent2">
              <a:tint val="40000"/>
              <a:alpha val="90000"/>
              <a:hueOff val="753435"/>
              <a:satOff val="281"/>
              <a:lumOff val="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889219" y="1811939"/>
        <a:ext cx="346503" cy="474079"/>
      </dsp:txXfrm>
    </dsp:sp>
    <dsp:sp modelId="{FB54A840-1328-4701-BD01-E8C1B3348353}">
      <dsp:nvSpPr>
        <dsp:cNvPr id="0" name=""/>
        <dsp:cNvSpPr/>
      </dsp:nvSpPr>
      <dsp:spPr>
        <a:xfrm>
          <a:off x="6190615" y="2899642"/>
          <a:ext cx="630005" cy="630005"/>
        </a:xfrm>
        <a:prstGeom prst="downArrow">
          <a:avLst>
            <a:gd name="adj1" fmla="val 55000"/>
            <a:gd name="adj2" fmla="val 45000"/>
          </a:avLst>
        </a:prstGeom>
        <a:solidFill>
          <a:schemeClr val="accent2">
            <a:tint val="40000"/>
            <a:alpha val="90000"/>
            <a:hueOff val="1506870"/>
            <a:satOff val="562"/>
            <a:lumOff val="71"/>
            <a:alphaOff val="0"/>
          </a:schemeClr>
        </a:solidFill>
        <a:ln w="19050" cap="rnd" cmpd="sng" algn="ctr">
          <a:solidFill>
            <a:schemeClr val="accent2">
              <a:tint val="40000"/>
              <a:alpha val="90000"/>
              <a:hueOff val="1506870"/>
              <a:satOff val="562"/>
              <a:lumOff val="7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332366" y="2899642"/>
        <a:ext cx="346503" cy="474079"/>
      </dsp:txXfrm>
    </dsp:sp>
    <dsp:sp modelId="{BDCBCDE5-DC6C-4671-806A-00D0D209A265}">
      <dsp:nvSpPr>
        <dsp:cNvPr id="0" name=""/>
        <dsp:cNvSpPr/>
      </dsp:nvSpPr>
      <dsp:spPr>
        <a:xfrm>
          <a:off x="6633763" y="4014267"/>
          <a:ext cx="630005" cy="630005"/>
        </a:xfrm>
        <a:prstGeom prst="downArrow">
          <a:avLst>
            <a:gd name="adj1" fmla="val 55000"/>
            <a:gd name="adj2" fmla="val 45000"/>
          </a:avLst>
        </a:prstGeom>
        <a:solidFill>
          <a:schemeClr val="accent2">
            <a:tint val="40000"/>
            <a:alpha val="90000"/>
            <a:hueOff val="2260305"/>
            <a:satOff val="843"/>
            <a:lumOff val="106"/>
            <a:alphaOff val="0"/>
          </a:schemeClr>
        </a:solidFill>
        <a:ln w="19050" cap="rnd" cmpd="sng" algn="ctr">
          <a:solidFill>
            <a:schemeClr val="accent2">
              <a:tint val="40000"/>
              <a:alpha val="90000"/>
              <a:hueOff val="2260305"/>
              <a:satOff val="843"/>
              <a:lumOff val="1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775514" y="4014267"/>
        <a:ext cx="346503" cy="4740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F893D3-3C77-4C33-ACE1-1B893F75145A}">
      <dsp:nvSpPr>
        <dsp:cNvPr id="0" name=""/>
        <dsp:cNvSpPr/>
      </dsp:nvSpPr>
      <dsp:spPr>
        <a:xfrm>
          <a:off x="0" y="1077"/>
          <a:ext cx="7792642"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1554D8-7BAA-4755-BECB-249665EFA9DC}">
      <dsp:nvSpPr>
        <dsp:cNvPr id="0" name=""/>
        <dsp:cNvSpPr/>
      </dsp:nvSpPr>
      <dsp:spPr>
        <a:xfrm>
          <a:off x="0" y="1077"/>
          <a:ext cx="7792642" cy="10398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latin typeface="Time s New Roman"/>
            </a:rPr>
            <a:t>- </a:t>
          </a:r>
          <a:r>
            <a:rPr lang="en-US" sz="2700" kern="1200">
              <a:effectLst/>
              <a:latin typeface="Times New Roman" panose="02020603050405020304" pitchFamily="18" charset="0"/>
              <a:ea typeface="Calibri" panose="020F0502020204030204" pitchFamily="34" charset="0"/>
              <a:cs typeface="Times New Roman" panose="02020603050405020304" pitchFamily="18" charset="0"/>
            </a:rPr>
            <a:t>Nhu cầu mua sắm điện lạnh online tăng cao</a:t>
          </a:r>
          <a:r>
            <a:rPr lang="en-US" sz="2700" b="0" i="0" kern="1200">
              <a:latin typeface="Time s New Roman"/>
            </a:rPr>
            <a:t>.</a:t>
          </a:r>
          <a:endParaRPr lang="en-US" sz="2700" kern="1200">
            <a:latin typeface="Time s New Roman"/>
          </a:endParaRPr>
        </a:p>
      </dsp:txBody>
      <dsp:txXfrm>
        <a:off x="0" y="1077"/>
        <a:ext cx="7792642" cy="1039857"/>
      </dsp:txXfrm>
    </dsp:sp>
    <dsp:sp modelId="{33941A98-8CA8-449A-AFD0-C27866DC6960}">
      <dsp:nvSpPr>
        <dsp:cNvPr id="0" name=""/>
        <dsp:cNvSpPr/>
      </dsp:nvSpPr>
      <dsp:spPr>
        <a:xfrm>
          <a:off x="0" y="1040934"/>
          <a:ext cx="7792642"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13E278-BF4C-4383-8401-71B8EB035BE4}">
      <dsp:nvSpPr>
        <dsp:cNvPr id="0" name=""/>
        <dsp:cNvSpPr/>
      </dsp:nvSpPr>
      <dsp:spPr>
        <a:xfrm>
          <a:off x="0" y="1040934"/>
          <a:ext cx="7792642" cy="10398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latin typeface="Time s New Roman"/>
            </a:rPr>
            <a:t>- </a:t>
          </a:r>
          <a:r>
            <a:rPr lang="en-US" sz="2700" kern="1200">
              <a:effectLst/>
              <a:latin typeface="Times New Roman" panose="02020603050405020304" pitchFamily="18" charset="0"/>
              <a:ea typeface="Calibri" panose="020F0502020204030204" pitchFamily="34" charset="0"/>
              <a:cs typeface="Times New Roman" panose="02020603050405020304" pitchFamily="18" charset="0"/>
            </a:rPr>
            <a:t>Thị trường e-commerce Việt Nam phát triển mạnh</a:t>
          </a:r>
          <a:r>
            <a:rPr lang="en-US" sz="2700" b="0" i="0" kern="1200">
              <a:latin typeface="Time s New Roman"/>
            </a:rPr>
            <a:t>.</a:t>
          </a:r>
          <a:endParaRPr lang="en-US" sz="2700" kern="1200">
            <a:latin typeface="Time s New Roman"/>
          </a:endParaRPr>
        </a:p>
      </dsp:txBody>
      <dsp:txXfrm>
        <a:off x="0" y="1040934"/>
        <a:ext cx="7792642" cy="1039857"/>
      </dsp:txXfrm>
    </dsp:sp>
    <dsp:sp modelId="{7A8769E4-21F9-4A9C-90A6-3FEFD1DF9A81}">
      <dsp:nvSpPr>
        <dsp:cNvPr id="0" name=""/>
        <dsp:cNvSpPr/>
      </dsp:nvSpPr>
      <dsp:spPr>
        <a:xfrm>
          <a:off x="0" y="2080792"/>
          <a:ext cx="7792642"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BEE08E-850E-4731-8C04-37FCEAE419FC}">
      <dsp:nvSpPr>
        <dsp:cNvPr id="0" name=""/>
        <dsp:cNvSpPr/>
      </dsp:nvSpPr>
      <dsp:spPr>
        <a:xfrm>
          <a:off x="0" y="2080792"/>
          <a:ext cx="7792642" cy="934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latin typeface="Time s New Roman"/>
            </a:rPr>
            <a:t>- </a:t>
          </a:r>
          <a:r>
            <a:rPr lang="en-US" sz="2700" kern="1200">
              <a:effectLst/>
              <a:latin typeface="Times New Roman" panose="02020603050405020304" pitchFamily="18" charset="0"/>
              <a:ea typeface="Calibri" panose="020F0502020204030204" pitchFamily="34" charset="0"/>
            </a:rPr>
            <a:t>Cần hệ thống hiện đại, tích hợp AI hỗ trợ khách hàng</a:t>
          </a:r>
          <a:r>
            <a:rPr lang="en-US" sz="2700" b="0" i="0" kern="1200">
              <a:latin typeface="Time s New Roman"/>
            </a:rPr>
            <a:t>.</a:t>
          </a:r>
          <a:endParaRPr lang="en-US" sz="2700" kern="1200">
            <a:latin typeface="Time s New Roman"/>
          </a:endParaRPr>
        </a:p>
      </dsp:txBody>
      <dsp:txXfrm>
        <a:off x="0" y="2080792"/>
        <a:ext cx="7792642" cy="934706"/>
      </dsp:txXfrm>
    </dsp:sp>
    <dsp:sp modelId="{233FAB8D-A030-4502-A08E-DC79296193A6}">
      <dsp:nvSpPr>
        <dsp:cNvPr id="0" name=""/>
        <dsp:cNvSpPr/>
      </dsp:nvSpPr>
      <dsp:spPr>
        <a:xfrm>
          <a:off x="0" y="3015499"/>
          <a:ext cx="7792642"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D1CB2C-82EA-415A-96F0-5874213581BA}">
      <dsp:nvSpPr>
        <dsp:cNvPr id="0" name=""/>
        <dsp:cNvSpPr/>
      </dsp:nvSpPr>
      <dsp:spPr>
        <a:xfrm>
          <a:off x="0" y="3015499"/>
          <a:ext cx="7792642" cy="10398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latin typeface="Time s New Roman"/>
            </a:rPr>
            <a:t>- </a:t>
          </a:r>
          <a:r>
            <a:rPr lang="en-US" sz="2700" kern="1200">
              <a:effectLst/>
              <a:latin typeface="Times New Roman" panose="02020603050405020304" pitchFamily="18" charset="0"/>
              <a:ea typeface="Calibri" panose="020F0502020204030204" pitchFamily="34" charset="0"/>
            </a:rPr>
            <a:t>Thanh toán online an toàn, tiện lợi</a:t>
          </a:r>
          <a:r>
            <a:rPr lang="en-US" sz="2700" b="0" i="0" kern="1200">
              <a:latin typeface="Time s New Roman"/>
            </a:rPr>
            <a:t>.</a:t>
          </a:r>
          <a:endParaRPr lang="en-US" sz="2700" kern="1200">
            <a:latin typeface="Time s New Roman"/>
          </a:endParaRPr>
        </a:p>
      </dsp:txBody>
      <dsp:txXfrm>
        <a:off x="0" y="3015499"/>
        <a:ext cx="7792642" cy="10398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875BA-688D-45F9-95E0-206B23E972A2}">
      <dsp:nvSpPr>
        <dsp:cNvPr id="0" name=""/>
        <dsp:cNvSpPr/>
      </dsp:nvSpPr>
      <dsp:spPr>
        <a:xfrm>
          <a:off x="0" y="0"/>
          <a:ext cx="3242654" cy="859250"/>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vi-VN" sz="1600" b="0" i="0" kern="1200"/>
            <a:t>Xây dựng website thương mại </a:t>
          </a:r>
          <a:br>
            <a:rPr lang="vi-VN" sz="1600" b="0" i="0" kern="1200"/>
          </a:br>
          <a:r>
            <a:rPr lang="vi-VN" sz="1600" b="0" i="0" kern="1200"/>
            <a:t>điện tử hoàn chỉnh.</a:t>
          </a:r>
          <a:endParaRPr lang="en-US" sz="1600" kern="1200"/>
        </a:p>
      </dsp:txBody>
      <dsp:txXfrm>
        <a:off x="25167" y="25167"/>
        <a:ext cx="2214923" cy="808916"/>
      </dsp:txXfrm>
    </dsp:sp>
    <dsp:sp modelId="{A577BE24-C432-4EA9-8D44-7C8B7617F2C9}">
      <dsp:nvSpPr>
        <dsp:cNvPr id="0" name=""/>
        <dsp:cNvSpPr/>
      </dsp:nvSpPr>
      <dsp:spPr>
        <a:xfrm>
          <a:off x="242146" y="978590"/>
          <a:ext cx="3242654" cy="859250"/>
        </a:xfrm>
        <a:prstGeom prst="roundRect">
          <a:avLst>
            <a:gd name="adj" fmla="val 10000"/>
          </a:avLst>
        </a:prstGeom>
        <a:solidFill>
          <a:schemeClr val="accent2">
            <a:hueOff val="810023"/>
            <a:satOff val="113"/>
            <a:lumOff val="9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vi-VN" sz="1600" b="0" i="0" kern="1200"/>
            <a:t>Tích hợp AI Chatbot hỗ trợ tư vấn (Google Gemini).</a:t>
          </a:r>
          <a:endParaRPr lang="en-US" sz="1600" kern="1200"/>
        </a:p>
      </dsp:txBody>
      <dsp:txXfrm>
        <a:off x="267313" y="1003757"/>
        <a:ext cx="2391661" cy="808916"/>
      </dsp:txXfrm>
    </dsp:sp>
    <dsp:sp modelId="{3C400FC4-A23A-4E93-ACEF-52B513DA5161}">
      <dsp:nvSpPr>
        <dsp:cNvPr id="0" name=""/>
        <dsp:cNvSpPr/>
      </dsp:nvSpPr>
      <dsp:spPr>
        <a:xfrm>
          <a:off x="484292" y="1957181"/>
          <a:ext cx="3242654" cy="859250"/>
        </a:xfrm>
        <a:prstGeom prst="roundRect">
          <a:avLst>
            <a:gd name="adj" fmla="val 10000"/>
          </a:avLst>
        </a:prstGeom>
        <a:solidFill>
          <a:schemeClr val="accent2">
            <a:hueOff val="1620045"/>
            <a:satOff val="225"/>
            <a:lumOff val="19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vi-VN" sz="1600" b="0" i="0" kern="1200"/>
            <a:t>Hệ thống thanh toán online (VietQR/SePay).</a:t>
          </a:r>
          <a:endParaRPr lang="en-US" sz="1600" kern="1200"/>
        </a:p>
      </dsp:txBody>
      <dsp:txXfrm>
        <a:off x="509459" y="1982348"/>
        <a:ext cx="2391661" cy="808916"/>
      </dsp:txXfrm>
    </dsp:sp>
    <dsp:sp modelId="{860BB8DB-14E4-4B55-BC01-4ABEF9ECE239}">
      <dsp:nvSpPr>
        <dsp:cNvPr id="0" name=""/>
        <dsp:cNvSpPr/>
      </dsp:nvSpPr>
      <dsp:spPr>
        <a:xfrm>
          <a:off x="726438" y="2935771"/>
          <a:ext cx="3242654" cy="859250"/>
        </a:xfrm>
        <a:prstGeom prst="roundRect">
          <a:avLst>
            <a:gd name="adj" fmla="val 10000"/>
          </a:avLst>
        </a:prstGeom>
        <a:solidFill>
          <a:schemeClr val="accent2">
            <a:hueOff val="2430068"/>
            <a:satOff val="338"/>
            <a:lumOff val="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vi-VN" sz="1600" b="0" i="0" kern="1200"/>
            <a:t>Quản trị viên quản lý toàn bộ </a:t>
          </a:r>
          <a:br>
            <a:rPr lang="vi-VN" sz="1600" b="0" i="0" kern="1200"/>
          </a:br>
          <a:r>
            <a:rPr lang="vi-VN" sz="1600" b="0" i="0" kern="1200"/>
            <a:t>hoạt động.</a:t>
          </a:r>
          <a:endParaRPr lang="en-US" sz="1600" kern="1200"/>
        </a:p>
      </dsp:txBody>
      <dsp:txXfrm>
        <a:off x="751605" y="2960938"/>
        <a:ext cx="2391661" cy="808916"/>
      </dsp:txXfrm>
    </dsp:sp>
    <dsp:sp modelId="{0397F447-4CCC-427C-B684-7B62A4F277D7}">
      <dsp:nvSpPr>
        <dsp:cNvPr id="0" name=""/>
        <dsp:cNvSpPr/>
      </dsp:nvSpPr>
      <dsp:spPr>
        <a:xfrm>
          <a:off x="968585" y="3914362"/>
          <a:ext cx="3242654" cy="859250"/>
        </a:xfrm>
        <a:prstGeom prst="roundRect">
          <a:avLst>
            <a:gd name="adj" fmla="val 10000"/>
          </a:avLst>
        </a:prstGeom>
        <a:solidFill>
          <a:schemeClr val="accent2">
            <a:hueOff val="3240090"/>
            <a:satOff val="451"/>
            <a:lumOff val="39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vi-VN" sz="1600" b="0" i="0" kern="1200"/>
            <a:t>Thiết kế responsive, trải nghiệm </a:t>
          </a:r>
          <a:br>
            <a:rPr lang="vi-VN" sz="1600" b="0" i="0" kern="1200"/>
          </a:br>
          <a:r>
            <a:rPr lang="vi-VN" sz="1600" b="0" i="0" kern="1200"/>
            <a:t>người dùng tốt.</a:t>
          </a:r>
          <a:endParaRPr lang="en-US" sz="1600" kern="1200"/>
        </a:p>
      </dsp:txBody>
      <dsp:txXfrm>
        <a:off x="993752" y="3939529"/>
        <a:ext cx="2391661" cy="808916"/>
      </dsp:txXfrm>
    </dsp:sp>
    <dsp:sp modelId="{1839AD97-A44A-47D6-94FE-5166D7A1E688}">
      <dsp:nvSpPr>
        <dsp:cNvPr id="0" name=""/>
        <dsp:cNvSpPr/>
      </dsp:nvSpPr>
      <dsp:spPr>
        <a:xfrm>
          <a:off x="2684142" y="627730"/>
          <a:ext cx="558512" cy="558512"/>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2809807" y="627730"/>
        <a:ext cx="307182" cy="420280"/>
      </dsp:txXfrm>
    </dsp:sp>
    <dsp:sp modelId="{3A724872-9BCC-4BEA-B795-FE1CA933A1AE}">
      <dsp:nvSpPr>
        <dsp:cNvPr id="0" name=""/>
        <dsp:cNvSpPr/>
      </dsp:nvSpPr>
      <dsp:spPr>
        <a:xfrm>
          <a:off x="2926288" y="1606320"/>
          <a:ext cx="558512" cy="558512"/>
        </a:xfrm>
        <a:prstGeom prst="downArrow">
          <a:avLst>
            <a:gd name="adj1" fmla="val 55000"/>
            <a:gd name="adj2" fmla="val 45000"/>
          </a:avLst>
        </a:prstGeom>
        <a:solidFill>
          <a:schemeClr val="accent2">
            <a:tint val="40000"/>
            <a:alpha val="90000"/>
            <a:hueOff val="753435"/>
            <a:satOff val="281"/>
            <a:lumOff val="35"/>
            <a:alphaOff val="0"/>
          </a:schemeClr>
        </a:solidFill>
        <a:ln w="19050" cap="rnd" cmpd="sng" algn="ctr">
          <a:solidFill>
            <a:schemeClr val="accent2">
              <a:tint val="40000"/>
              <a:alpha val="90000"/>
              <a:hueOff val="753435"/>
              <a:satOff val="281"/>
              <a:lumOff val="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3051953" y="1606320"/>
        <a:ext cx="307182" cy="420280"/>
      </dsp:txXfrm>
    </dsp:sp>
    <dsp:sp modelId="{A75006CD-225A-4E4E-8E29-54AF1EBBB100}">
      <dsp:nvSpPr>
        <dsp:cNvPr id="0" name=""/>
        <dsp:cNvSpPr/>
      </dsp:nvSpPr>
      <dsp:spPr>
        <a:xfrm>
          <a:off x="3168434" y="2570590"/>
          <a:ext cx="558512" cy="558512"/>
        </a:xfrm>
        <a:prstGeom prst="downArrow">
          <a:avLst>
            <a:gd name="adj1" fmla="val 55000"/>
            <a:gd name="adj2" fmla="val 45000"/>
          </a:avLst>
        </a:prstGeom>
        <a:solidFill>
          <a:schemeClr val="accent2">
            <a:tint val="40000"/>
            <a:alpha val="90000"/>
            <a:hueOff val="1506870"/>
            <a:satOff val="562"/>
            <a:lumOff val="71"/>
            <a:alphaOff val="0"/>
          </a:schemeClr>
        </a:solidFill>
        <a:ln w="19050" cap="rnd" cmpd="sng" algn="ctr">
          <a:solidFill>
            <a:schemeClr val="accent2">
              <a:tint val="40000"/>
              <a:alpha val="90000"/>
              <a:hueOff val="1506870"/>
              <a:satOff val="562"/>
              <a:lumOff val="7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3294099" y="2570590"/>
        <a:ext cx="307182" cy="420280"/>
      </dsp:txXfrm>
    </dsp:sp>
    <dsp:sp modelId="{9B4DB4C6-EF12-4BEE-9A03-8FBC1D5ED447}">
      <dsp:nvSpPr>
        <dsp:cNvPr id="0" name=""/>
        <dsp:cNvSpPr/>
      </dsp:nvSpPr>
      <dsp:spPr>
        <a:xfrm>
          <a:off x="3410580" y="3558728"/>
          <a:ext cx="558512" cy="558512"/>
        </a:xfrm>
        <a:prstGeom prst="downArrow">
          <a:avLst>
            <a:gd name="adj1" fmla="val 55000"/>
            <a:gd name="adj2" fmla="val 45000"/>
          </a:avLst>
        </a:prstGeom>
        <a:solidFill>
          <a:schemeClr val="accent2">
            <a:tint val="40000"/>
            <a:alpha val="90000"/>
            <a:hueOff val="2260305"/>
            <a:satOff val="843"/>
            <a:lumOff val="106"/>
            <a:alphaOff val="0"/>
          </a:schemeClr>
        </a:solidFill>
        <a:ln w="19050" cap="rnd" cmpd="sng" algn="ctr">
          <a:solidFill>
            <a:schemeClr val="accent2">
              <a:tint val="40000"/>
              <a:alpha val="90000"/>
              <a:hueOff val="2260305"/>
              <a:satOff val="843"/>
              <a:lumOff val="1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3536245" y="3558728"/>
        <a:ext cx="307182" cy="4202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FC3A6E-5A99-47A4-9861-B909E22E48D6}">
      <dsp:nvSpPr>
        <dsp:cNvPr id="0" name=""/>
        <dsp:cNvSpPr/>
      </dsp:nvSpPr>
      <dsp:spPr>
        <a:xfrm>
          <a:off x="0" y="281186"/>
          <a:ext cx="4211240" cy="421124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D6727-308B-425E-8F89-4F085FE44DE1}">
      <dsp:nvSpPr>
        <dsp:cNvPr id="0" name=""/>
        <dsp:cNvSpPr/>
      </dsp:nvSpPr>
      <dsp:spPr>
        <a:xfrm>
          <a:off x="400067" y="681254"/>
          <a:ext cx="1642383" cy="1642383"/>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vi-VN" sz="1500" kern="1200"/>
            <a:t>AI Chatbot - Google Gemini</a:t>
          </a:r>
          <a:endParaRPr lang="en-US" sz="1500" kern="1200"/>
        </a:p>
      </dsp:txBody>
      <dsp:txXfrm>
        <a:off x="480242" y="761429"/>
        <a:ext cx="1482033" cy="1482033"/>
      </dsp:txXfrm>
    </dsp:sp>
    <dsp:sp modelId="{A1BDF08D-60F4-4C65-894C-BB4E7C5B2EFB}">
      <dsp:nvSpPr>
        <dsp:cNvPr id="0" name=""/>
        <dsp:cNvSpPr/>
      </dsp:nvSpPr>
      <dsp:spPr>
        <a:xfrm>
          <a:off x="2168788" y="681254"/>
          <a:ext cx="1642383" cy="1642383"/>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Thanh toán Online - VietQR/SePay</a:t>
          </a:r>
        </a:p>
      </dsp:txBody>
      <dsp:txXfrm>
        <a:off x="2248963" y="761429"/>
        <a:ext cx="1482033" cy="1482033"/>
      </dsp:txXfrm>
    </dsp:sp>
    <dsp:sp modelId="{BBEFC898-88DC-4496-B1DD-1BE0FCC6B6E3}">
      <dsp:nvSpPr>
        <dsp:cNvPr id="0" name=""/>
        <dsp:cNvSpPr/>
      </dsp:nvSpPr>
      <dsp:spPr>
        <a:xfrm>
          <a:off x="400067" y="2449975"/>
          <a:ext cx="1642383" cy="1642383"/>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vi-VN" sz="1500" kern="1200"/>
            <a:t>Hệ thống Đánh giá &amp; Review</a:t>
          </a:r>
          <a:endParaRPr lang="en-US" sz="1500" kern="1200"/>
        </a:p>
      </dsp:txBody>
      <dsp:txXfrm>
        <a:off x="480242" y="2530150"/>
        <a:ext cx="1482033" cy="1482033"/>
      </dsp:txXfrm>
    </dsp:sp>
    <dsp:sp modelId="{70E3BEBD-2921-43E8-9488-E651F62EF7D2}">
      <dsp:nvSpPr>
        <dsp:cNvPr id="0" name=""/>
        <dsp:cNvSpPr/>
      </dsp:nvSpPr>
      <dsp:spPr>
        <a:xfrm>
          <a:off x="2168788" y="2449975"/>
          <a:ext cx="1642383" cy="1642383"/>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vi-VN" sz="1500" kern="1200"/>
            <a:t>Quản lý Sản phẩm Nâng cao</a:t>
          </a:r>
          <a:endParaRPr lang="en-US" sz="1500" kern="1200"/>
        </a:p>
      </dsp:txBody>
      <dsp:txXfrm>
        <a:off x="2248963" y="2530150"/>
        <a:ext cx="1482033" cy="148203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43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tên đề tài, môn học và công nghệ chính sử dụng.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Trình bày bối cảnh thương mại điện tử và lý do nhóm chọn đề tài này.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Trình bày bối cảnh thương mại điện tử và lý do nhóm chọn đề tài này.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486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mô hình client-server và vai trò từng thành phần.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các bản phác thảo giao diện trước khi xây dựng.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tả chức năng chính của giao diện người dùng.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tả chức năng chính của giao diện người dùng.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4F2FC6-19C4-46AA-88A2-53AEFF5199FF}"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8804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0E9EEEE-D9EC-4EE1-B586-25230356D886}"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423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AAF682-5EEE-4A71-AF68-046DC32DB0AA}"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6642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2559D0-D3D1-49EC-951D-03A61E23E826}" type="datetime1">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0010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5B1E8F-B35B-4C20-AD0A-8E9DE04697C3}" type="datetime1">
              <a:rPr lang="en-US" smtClean="0"/>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6293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7FC677F-3FA8-43B5-8905-E582FCAC657E}" type="datetime1">
              <a:rPr lang="en-US" smtClean="0"/>
              <a:t>1/9/2026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6163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95B7DEB-C700-4FE1-844C-7692DBAC629E}" type="datetime1">
              <a:rPr lang="en-US" smtClean="0"/>
              <a:t>1/9/2026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9136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269E949-B5C2-4750-A150-E2B19E028FFC}" type="datetime1">
              <a:rPr lang="en-US" smtClean="0"/>
              <a:t>1/9/2026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6705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3A913C-F5B9-45AA-9C41-74A5EFAE7805}" type="datetime1">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14616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AE55D6-CE58-43BC-A0E9-1FD5D2EAAD54}" type="datetime1">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0541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22859C4-1CAB-465E-BA10-01EAC75A64B3}"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4342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69AECF5-B464-4204-A6AF-7CF371B8EDAF}"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415513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695F37-30A5-4D68-AE5B-EA97729DCF8B}"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2642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719D222-159B-4F75-8492-F12B20746C57}" type="datetime1">
              <a:rPr lang="en-US" smtClean="0"/>
              <a:t>1/9/2026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4276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9305DE0-7A5B-4FDC-81F8-1D6408EEA7F5}" type="datetime1">
              <a:rPr lang="en-US" smtClean="0"/>
              <a:t>1/9/2026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2755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27A418-CFC7-4F04-8078-BD0F0D5F698E}"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9395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ED1ED-94F3-4EF6-BA18-02ED1F34BFBF}"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6187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4F3E75C-A8E5-41DC-B15F-BDFB89AC1265}" type="datetime1">
              <a:rPr lang="en-US" smtClean="0"/>
              <a:t>1/9/2026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15227612"/>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AD56BF-852E-4CE3-8484-1BD1E3E26D80}"/>
              </a:ext>
            </a:extLst>
          </p:cNvPr>
          <p:cNvSpPr txBox="1"/>
          <p:nvPr/>
        </p:nvSpPr>
        <p:spPr>
          <a:xfrm>
            <a:off x="0" y="-64658"/>
            <a:ext cx="9144000" cy="1872629"/>
          </a:xfrm>
          <a:prstGeom prst="rect">
            <a:avLst/>
          </a:prstGeom>
          <a:solidFill>
            <a:schemeClr val="bg2">
              <a:lumMod val="50000"/>
            </a:schemeClr>
          </a:solidFill>
        </p:spPr>
        <p:txBody>
          <a:bodyPr wrap="square">
            <a:spAutoFit/>
          </a:bodyPr>
          <a:lstStyle/>
          <a:p>
            <a:pPr algn="ctr" defTabSz="609630">
              <a:lnSpc>
                <a:spcPct val="150000"/>
              </a:lnSpc>
            </a:pPr>
            <a:r>
              <a:rPr lang="vi-VN" altLang="en-US" sz="2800">
                <a:solidFill>
                  <a:prstClr val="white"/>
                </a:solidFill>
                <a:latin typeface="+mj-lt"/>
                <a:ea typeface="Calibri" panose="020F0502020204030204" pitchFamily="34" charset="0"/>
                <a:cs typeface="Calibri" panose="020F0502020204030204" pitchFamily="34" charset="0"/>
              </a:rPr>
              <a:t>TRƯỜNG ĐẠI HỌC TRÀ VINH</a:t>
            </a:r>
          </a:p>
          <a:p>
            <a:pPr algn="ctr" defTabSz="609630">
              <a:lnSpc>
                <a:spcPct val="150000"/>
              </a:lnSpc>
            </a:pPr>
            <a:r>
              <a:rPr lang="vi-VN" altLang="en-US" sz="2800">
                <a:solidFill>
                  <a:prstClr val="white"/>
                </a:solidFill>
                <a:latin typeface="+mj-lt"/>
                <a:ea typeface="Calibri" panose="020F0502020204030204" pitchFamily="34" charset="0"/>
                <a:cs typeface="Calibri" panose="020F0502020204030204" pitchFamily="34" charset="0"/>
              </a:rPr>
              <a:t>TRƯỜNG KĨ THUẬT &amp; CÔNG NGHỆ</a:t>
            </a:r>
          </a:p>
          <a:p>
            <a:pPr algn="ctr" defTabSz="609630">
              <a:lnSpc>
                <a:spcPct val="150000"/>
              </a:lnSpc>
            </a:pPr>
            <a:r>
              <a:rPr lang="vi-VN" altLang="en-US" sz="2400">
                <a:solidFill>
                  <a:prstClr val="white"/>
                </a:solidFill>
                <a:latin typeface="+mj-lt"/>
                <a:ea typeface="Calibri" panose="020F0502020204030204" pitchFamily="34" charset="0"/>
                <a:cs typeface="Calibri" panose="020F0502020204030204" pitchFamily="34" charset="0"/>
              </a:rPr>
              <a:t>KHOA CÔNG NGHỆ THÔNG TIN</a:t>
            </a:r>
            <a:endParaRPr lang="vi-VN" altLang="en-US" sz="2400" dirty="0">
              <a:solidFill>
                <a:prstClr val="white"/>
              </a:solidFill>
              <a:latin typeface="+mj-lt"/>
              <a:ea typeface="Calibri" panose="020F0502020204030204" pitchFamily="34" charset="0"/>
              <a:cs typeface="Calibri" panose="020F0502020204030204" pitchFamily="34" charset="0"/>
            </a:endParaRPr>
          </a:p>
        </p:txBody>
      </p:sp>
      <p:pic>
        <p:nvPicPr>
          <p:cNvPr id="5" name="Image 3">
            <a:extLst>
              <a:ext uri="{FF2B5EF4-FFF2-40B4-BE49-F238E27FC236}">
                <a16:creationId xmlns:a16="http://schemas.microsoft.com/office/drawing/2014/main" id="{547D0BCF-4861-4439-9E29-FFE755192EFE}"/>
              </a:ext>
            </a:extLst>
          </p:cNvPr>
          <p:cNvPicPr>
            <a:picLocks/>
          </p:cNvPicPr>
          <p:nvPr/>
        </p:nvPicPr>
        <p:blipFill>
          <a:blip r:embed="rId3" cstate="print"/>
          <a:stretch>
            <a:fillRect/>
          </a:stretch>
        </p:blipFill>
        <p:spPr>
          <a:xfrm>
            <a:off x="91441" y="175167"/>
            <a:ext cx="1509506" cy="1471845"/>
          </a:xfrm>
          <a:prstGeom prst="rect">
            <a:avLst/>
          </a:prstGeom>
        </p:spPr>
      </p:pic>
      <p:sp>
        <p:nvSpPr>
          <p:cNvPr id="6" name="TextBox 5">
            <a:extLst>
              <a:ext uri="{FF2B5EF4-FFF2-40B4-BE49-F238E27FC236}">
                <a16:creationId xmlns:a16="http://schemas.microsoft.com/office/drawing/2014/main" id="{C2952128-F8A7-47EE-9553-5A4C183CEDA0}"/>
              </a:ext>
            </a:extLst>
          </p:cNvPr>
          <p:cNvSpPr txBox="1"/>
          <p:nvPr/>
        </p:nvSpPr>
        <p:spPr>
          <a:xfrm>
            <a:off x="1346572" y="2016226"/>
            <a:ext cx="6165057" cy="2646878"/>
          </a:xfrm>
          <a:prstGeom prst="rect">
            <a:avLst/>
          </a:prstGeom>
          <a:noFill/>
        </p:spPr>
        <p:txBody>
          <a:bodyPr wrap="square">
            <a:spAutoFit/>
          </a:bodyPr>
          <a:lstStyle/>
          <a:p>
            <a:pPr algn="ctr"/>
            <a:r>
              <a:rPr lang="en-US" sz="2800" b="1">
                <a:solidFill>
                  <a:srgbClr val="FFC000"/>
                </a:solidFill>
                <a:effectLst/>
                <a:latin typeface="Time s New Roman"/>
                <a:ea typeface="Times New Roman" panose="02020603050405020304" pitchFamily="18" charset="0"/>
                <a:cs typeface="Arial" panose="020B0604020202020204" pitchFamily="34" charset="0"/>
              </a:rPr>
              <a:t>BÁO CÁO KẾT THÚC MÔN </a:t>
            </a:r>
            <a:br>
              <a:rPr lang="vi-VN" sz="2800" b="1">
                <a:solidFill>
                  <a:srgbClr val="FFC000"/>
                </a:solidFill>
                <a:effectLst/>
                <a:latin typeface="Time s New Roman"/>
                <a:ea typeface="Times New Roman" panose="02020603050405020304" pitchFamily="18" charset="0"/>
                <a:cs typeface="Arial" panose="020B0604020202020204" pitchFamily="34" charset="0"/>
              </a:rPr>
            </a:br>
            <a:r>
              <a:rPr lang="vi-VN" sz="2800" b="1">
                <a:solidFill>
                  <a:srgbClr val="FFC000"/>
                </a:solidFill>
                <a:effectLst/>
                <a:latin typeface="Time s New Roman"/>
                <a:ea typeface="Times New Roman" panose="02020603050405020304" pitchFamily="18" charset="0"/>
                <a:cs typeface="Arial" panose="020B0604020202020204" pitchFamily="34" charset="0"/>
              </a:rPr>
              <a:t>XÂY DỰNG HỆ THỐNG WE</a:t>
            </a:r>
            <a:r>
              <a:rPr lang="en-US" sz="2800" b="1">
                <a:solidFill>
                  <a:srgbClr val="FFC000"/>
                </a:solidFill>
                <a:effectLst/>
                <a:latin typeface="Time s New Roman"/>
                <a:ea typeface="Times New Roman" panose="02020603050405020304" pitchFamily="18" charset="0"/>
                <a:cs typeface="Arial" panose="020B0604020202020204" pitchFamily="34" charset="0"/>
              </a:rPr>
              <a:t>B </a:t>
            </a:r>
            <a:r>
              <a:rPr lang="vi-VN" sz="2800" b="1">
                <a:solidFill>
                  <a:srgbClr val="FFC000"/>
                </a:solidFill>
                <a:effectLst/>
                <a:latin typeface="Time s New Roman"/>
                <a:ea typeface="Times New Roman" panose="02020603050405020304" pitchFamily="18" charset="0"/>
                <a:cs typeface="Arial" panose="020B0604020202020204" pitchFamily="34" charset="0"/>
              </a:rPr>
              <a:t>MỞ</a:t>
            </a:r>
            <a:br>
              <a:rPr lang="en-US" sz="2800" b="1">
                <a:latin typeface="Time s New Roman"/>
                <a:cs typeface="Arial" panose="020B0604020202020204" pitchFamily="34" charset="0"/>
              </a:rPr>
            </a:br>
            <a:r>
              <a:rPr lang="vi-VN" sz="2800" b="1" kern="0">
                <a:latin typeface="Time s New Roman"/>
                <a:ea typeface="Times New Roman" panose="02020603050405020304" pitchFamily="18" charset="0"/>
                <a:cs typeface="Arial" panose="020B0604020202020204" pitchFamily="34" charset="0"/>
              </a:rPr>
              <a:t>ĐỀ TÀI</a:t>
            </a:r>
            <a:br>
              <a:rPr lang="vi-VN" sz="2800" b="1" kern="0">
                <a:latin typeface="Time s New Roman"/>
                <a:ea typeface="Times New Roman" panose="02020603050405020304" pitchFamily="18" charset="0"/>
                <a:cs typeface="Arial" panose="020B0604020202020204" pitchFamily="34" charset="0"/>
              </a:rPr>
            </a:br>
            <a:r>
              <a:rPr lang="vi-VN" sz="2800" b="1" kern="0">
                <a:latin typeface="Time s New Roman"/>
                <a:ea typeface="Times New Roman" panose="02020603050405020304" pitchFamily="18" charset="0"/>
                <a:cs typeface="Arial" panose="020B0604020202020204" pitchFamily="34" charset="0"/>
              </a:rPr>
              <a:t>XÂY DỰNG WEBSITE</a:t>
            </a:r>
          </a:p>
          <a:p>
            <a:pPr algn="ctr"/>
            <a:r>
              <a:rPr lang="vi-VN" sz="2800" b="1" kern="0">
                <a:latin typeface="Time s New Roman"/>
                <a:ea typeface="Times New Roman" panose="02020603050405020304" pitchFamily="18" charset="0"/>
                <a:cs typeface="Arial" panose="020B0604020202020204" pitchFamily="34" charset="0"/>
              </a:rPr>
              <a:t>BÁN HÀNG ĐIỆN LẠNH</a:t>
            </a:r>
            <a:endParaRPr lang="vi-VN" sz="2800" b="1" kern="0">
              <a:latin typeface="Arial" panose="020B0604020202020204" pitchFamily="34" charset="0"/>
              <a:ea typeface="Times New Roman" panose="02020603050405020304" pitchFamily="18" charset="0"/>
              <a:cs typeface="Arial" panose="020B0604020202020204" pitchFamily="34" charset="0"/>
            </a:endParaRPr>
          </a:p>
          <a:p>
            <a:pPr algn="ctr"/>
            <a:endParaRPr lang="vi-VN" sz="2600" b="1" kern="0">
              <a:latin typeface="Arial" panose="020B0604020202020204" pitchFamily="34" charset="0"/>
              <a:ea typeface="Times New Roman" panose="02020603050405020304" pitchFamily="18" charset="0"/>
              <a:cs typeface="Arial" panose="020B0604020202020204" pitchFamily="34" charset="0"/>
            </a:endParaRPr>
          </a:p>
        </p:txBody>
      </p:sp>
      <p:sp>
        <p:nvSpPr>
          <p:cNvPr id="7" name="TextBox 6">
            <a:extLst>
              <a:ext uri="{FF2B5EF4-FFF2-40B4-BE49-F238E27FC236}">
                <a16:creationId xmlns:a16="http://schemas.microsoft.com/office/drawing/2014/main" id="{F30DFCDE-1BA8-4362-9F8E-FEA0977B1F16}"/>
              </a:ext>
            </a:extLst>
          </p:cNvPr>
          <p:cNvSpPr txBox="1"/>
          <p:nvPr/>
        </p:nvSpPr>
        <p:spPr>
          <a:xfrm>
            <a:off x="119846" y="4538165"/>
            <a:ext cx="4452154" cy="872034"/>
          </a:xfrm>
          <a:prstGeom prst="rect">
            <a:avLst/>
          </a:prstGeom>
          <a:noFill/>
        </p:spPr>
        <p:txBody>
          <a:bodyPr wrap="square">
            <a:spAutoFit/>
          </a:bodyPr>
          <a:lstStyle/>
          <a:p>
            <a:pPr algn="ctr">
              <a:lnSpc>
                <a:spcPct val="150000"/>
              </a:lnSpc>
            </a:pPr>
            <a:r>
              <a:rPr lang="vi-VN" b="1" kern="0" dirty="0" err="1">
                <a:latin typeface="Arial" panose="020B0604020202020204" pitchFamily="34" charset="0"/>
                <a:ea typeface="Times New Roman" panose="02020603050405020304" pitchFamily="18" charset="0"/>
                <a:cs typeface="Arial" panose="020B0604020202020204" pitchFamily="34" charset="0"/>
              </a:rPr>
              <a:t>Giảng</a:t>
            </a:r>
            <a:r>
              <a:rPr lang="vi-VN" b="1" kern="0" dirty="0">
                <a:latin typeface="Arial" panose="020B0604020202020204" pitchFamily="34" charset="0"/>
                <a:ea typeface="Times New Roman" panose="02020603050405020304" pitchFamily="18" charset="0"/>
                <a:cs typeface="Arial" panose="020B0604020202020204" pitchFamily="34" charset="0"/>
              </a:rPr>
              <a:t> viên </a:t>
            </a:r>
            <a:r>
              <a:rPr lang="vi-VN" b="1" kern="0" dirty="0" err="1">
                <a:latin typeface="Arial" panose="020B0604020202020204" pitchFamily="34" charset="0"/>
                <a:ea typeface="Times New Roman" panose="02020603050405020304" pitchFamily="18" charset="0"/>
                <a:cs typeface="Arial" panose="020B0604020202020204" pitchFamily="34" charset="0"/>
              </a:rPr>
              <a:t>hướng</a:t>
            </a:r>
            <a:r>
              <a:rPr lang="vi-VN" b="1" kern="0" dirty="0">
                <a:latin typeface="Arial" panose="020B0604020202020204" pitchFamily="34" charset="0"/>
                <a:ea typeface="Times New Roman" panose="02020603050405020304" pitchFamily="18" charset="0"/>
                <a:cs typeface="Arial" panose="020B0604020202020204" pitchFamily="34" charset="0"/>
              </a:rPr>
              <a:t> </a:t>
            </a:r>
            <a:r>
              <a:rPr lang="vi-VN" b="1" kern="0" dirty="0" err="1">
                <a:latin typeface="Arial" panose="020B0604020202020204" pitchFamily="34" charset="0"/>
                <a:ea typeface="Times New Roman" panose="02020603050405020304" pitchFamily="18" charset="0"/>
                <a:cs typeface="Arial" panose="020B0604020202020204" pitchFamily="34" charset="0"/>
              </a:rPr>
              <a:t>dẫn</a:t>
            </a:r>
            <a:r>
              <a:rPr lang="vi-VN" b="1" kern="0">
                <a:latin typeface="Arial" panose="020B0604020202020204" pitchFamily="34" charset="0"/>
                <a:ea typeface="Times New Roman" panose="02020603050405020304" pitchFamily="18" charset="0"/>
                <a:cs typeface="Arial" panose="020B0604020202020204" pitchFamily="34" charset="0"/>
              </a:rPr>
              <a:t>: </a:t>
            </a:r>
            <a:br>
              <a:rPr lang="vi-VN" b="1" kern="0">
                <a:latin typeface="Arial" panose="020B0604020202020204" pitchFamily="34" charset="0"/>
                <a:ea typeface="Times New Roman" panose="02020603050405020304" pitchFamily="18" charset="0"/>
                <a:cs typeface="Arial" panose="020B0604020202020204" pitchFamily="34" charset="0"/>
              </a:rPr>
            </a:br>
            <a:r>
              <a:rPr lang="vi-VN" b="1" kern="0">
                <a:latin typeface="Arial" panose="020B0604020202020204" pitchFamily="34" charset="0"/>
                <a:ea typeface="Times New Roman" panose="02020603050405020304" pitchFamily="18" charset="0"/>
                <a:cs typeface="Arial" panose="020B0604020202020204" pitchFamily="34" charset="0"/>
              </a:rPr>
              <a:t>THs. Phạm Thị Trúc Mai</a:t>
            </a:r>
            <a:endParaRPr lang="vi-VN" b="1" kern="0" dirty="0">
              <a:latin typeface="Arial" panose="020B0604020202020204" pitchFamily="34" charset="0"/>
              <a:ea typeface="Times New Roman" panose="02020603050405020304" pitchFamily="18" charset="0"/>
              <a:cs typeface="Arial" panose="020B0604020202020204" pitchFamily="34" charset="0"/>
            </a:endParaRPr>
          </a:p>
        </p:txBody>
      </p:sp>
      <p:sp>
        <p:nvSpPr>
          <p:cNvPr id="8" name="TextBox 7">
            <a:extLst>
              <a:ext uri="{FF2B5EF4-FFF2-40B4-BE49-F238E27FC236}">
                <a16:creationId xmlns:a16="http://schemas.microsoft.com/office/drawing/2014/main" id="{921E4298-BE3C-4E6B-ABBC-62FD4BED4C1D}"/>
              </a:ext>
            </a:extLst>
          </p:cNvPr>
          <p:cNvSpPr txBox="1"/>
          <p:nvPr/>
        </p:nvSpPr>
        <p:spPr>
          <a:xfrm>
            <a:off x="4572000" y="4558684"/>
            <a:ext cx="4552900" cy="1703030"/>
          </a:xfrm>
          <a:prstGeom prst="rect">
            <a:avLst/>
          </a:prstGeom>
          <a:noFill/>
        </p:spPr>
        <p:txBody>
          <a:bodyPr wrap="square">
            <a:spAutoFit/>
          </a:bodyPr>
          <a:lstStyle/>
          <a:p>
            <a:pPr>
              <a:lnSpc>
                <a:spcPct val="150000"/>
              </a:lnSpc>
            </a:pPr>
            <a:r>
              <a:rPr lang="vi-VN" b="1" kern="0" dirty="0">
                <a:latin typeface="Arial" panose="020B0604020202020204" pitchFamily="34" charset="0"/>
                <a:ea typeface="Times New Roman" panose="02020603050405020304" pitchFamily="18" charset="0"/>
                <a:cs typeface="Arial" panose="020B0604020202020204" pitchFamily="34" charset="0"/>
              </a:rPr>
              <a:t>Sinh viên </a:t>
            </a:r>
            <a:r>
              <a:rPr lang="vi-VN" b="1" kern="0" dirty="0" err="1">
                <a:latin typeface="Arial" panose="020B0604020202020204" pitchFamily="34" charset="0"/>
                <a:ea typeface="Times New Roman" panose="02020603050405020304" pitchFamily="18" charset="0"/>
                <a:cs typeface="Arial" panose="020B0604020202020204" pitchFamily="34" charset="0"/>
              </a:rPr>
              <a:t>thực</a:t>
            </a:r>
            <a:r>
              <a:rPr lang="vi-VN" b="1" kern="0" dirty="0">
                <a:latin typeface="Arial" panose="020B0604020202020204" pitchFamily="34" charset="0"/>
                <a:ea typeface="Times New Roman" panose="02020603050405020304" pitchFamily="18" charset="0"/>
                <a:cs typeface="Arial" panose="020B0604020202020204" pitchFamily="34" charset="0"/>
              </a:rPr>
              <a:t> </a:t>
            </a:r>
            <a:r>
              <a:rPr lang="vi-VN" b="1" kern="0" dirty="0" err="1">
                <a:latin typeface="Arial" panose="020B0604020202020204" pitchFamily="34" charset="0"/>
                <a:ea typeface="Times New Roman" panose="02020603050405020304" pitchFamily="18" charset="0"/>
                <a:cs typeface="Arial" panose="020B0604020202020204" pitchFamily="34" charset="0"/>
              </a:rPr>
              <a:t>hiện</a:t>
            </a:r>
            <a:r>
              <a:rPr lang="vi-VN" b="1" kern="0" dirty="0">
                <a:latin typeface="Arial" panose="020B0604020202020204" pitchFamily="34" charset="0"/>
                <a:ea typeface="Times New Roman" panose="02020603050405020304" pitchFamily="18" charset="0"/>
                <a:cs typeface="Arial" panose="020B0604020202020204" pitchFamily="34" charset="0"/>
              </a:rPr>
              <a:t>:</a:t>
            </a:r>
          </a:p>
          <a:p>
            <a:pPr lvl="1">
              <a:lnSpc>
                <a:spcPct val="150000"/>
              </a:lnSpc>
            </a:pPr>
            <a:r>
              <a:rPr lang="vi-VN" b="1" kern="0">
                <a:latin typeface="Arial" panose="020B0604020202020204" pitchFamily="34" charset="0"/>
                <a:ea typeface="Times New Roman" panose="02020603050405020304" pitchFamily="18" charset="0"/>
                <a:cs typeface="Arial" panose="020B0604020202020204" pitchFamily="34" charset="0"/>
              </a:rPr>
              <a:t>- Nguyễn Thanh Hiếu - DA22TTA</a:t>
            </a:r>
            <a:endParaRPr lang="vi-VN" b="1" kern="0" dirty="0">
              <a:latin typeface="Arial" panose="020B0604020202020204" pitchFamily="34" charset="0"/>
              <a:ea typeface="Times New Roman" panose="02020603050405020304" pitchFamily="18" charset="0"/>
              <a:cs typeface="Arial" panose="020B0604020202020204" pitchFamily="34" charset="0"/>
            </a:endParaRPr>
          </a:p>
          <a:p>
            <a:pPr lvl="1">
              <a:lnSpc>
                <a:spcPct val="150000"/>
              </a:lnSpc>
            </a:pPr>
            <a:r>
              <a:rPr lang="vi-VN" b="1" kern="0">
                <a:latin typeface="Arial" panose="020B0604020202020204" pitchFamily="34" charset="0"/>
                <a:ea typeface="Times New Roman" panose="02020603050405020304" pitchFamily="18" charset="0"/>
                <a:cs typeface="Arial" panose="020B0604020202020204" pitchFamily="34" charset="0"/>
              </a:rPr>
              <a:t>- Phạm </a:t>
            </a:r>
            <a:r>
              <a:rPr lang="vi-VN" b="1" kern="0" err="1">
                <a:latin typeface="Arial" panose="020B0604020202020204" pitchFamily="34" charset="0"/>
                <a:ea typeface="Times New Roman" panose="02020603050405020304" pitchFamily="18" charset="0"/>
                <a:cs typeface="Arial" panose="020B0604020202020204" pitchFamily="34" charset="0"/>
              </a:rPr>
              <a:t>Hoàng</a:t>
            </a:r>
            <a:r>
              <a:rPr lang="vi-VN" b="1" kern="0">
                <a:latin typeface="Arial" panose="020B0604020202020204" pitchFamily="34" charset="0"/>
                <a:ea typeface="Times New Roman" panose="02020603050405020304" pitchFamily="18" charset="0"/>
                <a:cs typeface="Arial" panose="020B0604020202020204" pitchFamily="34" charset="0"/>
              </a:rPr>
              <a:t> Kha - DA22TTA</a:t>
            </a:r>
            <a:endParaRPr lang="vi-VN" b="1" kern="0" dirty="0">
              <a:latin typeface="Arial" panose="020B0604020202020204" pitchFamily="34" charset="0"/>
              <a:ea typeface="Times New Roman" panose="02020603050405020304" pitchFamily="18" charset="0"/>
              <a:cs typeface="Arial" panose="020B0604020202020204" pitchFamily="34" charset="0"/>
            </a:endParaRPr>
          </a:p>
          <a:p>
            <a:pPr lvl="1">
              <a:lnSpc>
                <a:spcPct val="150000"/>
              </a:lnSpc>
            </a:pPr>
            <a:r>
              <a:rPr lang="vi-VN" b="1" kern="0">
                <a:latin typeface="Arial" panose="020B0604020202020204" pitchFamily="34" charset="0"/>
                <a:ea typeface="Times New Roman" panose="02020603050405020304" pitchFamily="18" charset="0"/>
                <a:cs typeface="Arial" panose="020B0604020202020204" pitchFamily="34" charset="0"/>
              </a:rPr>
              <a:t>- Nguyễn </a:t>
            </a:r>
            <a:r>
              <a:rPr lang="vi-VN" b="1" kern="0" err="1">
                <a:latin typeface="Arial" panose="020B0604020202020204" pitchFamily="34" charset="0"/>
                <a:ea typeface="Times New Roman" panose="02020603050405020304" pitchFamily="18" charset="0"/>
                <a:cs typeface="Arial" panose="020B0604020202020204" pitchFamily="34" charset="0"/>
              </a:rPr>
              <a:t>Trí</a:t>
            </a:r>
            <a:r>
              <a:rPr lang="vi-VN" b="1" kern="0">
                <a:latin typeface="Arial" panose="020B0604020202020204" pitchFamily="34" charset="0"/>
                <a:ea typeface="Times New Roman" panose="02020603050405020304" pitchFamily="18" charset="0"/>
                <a:cs typeface="Arial" panose="020B0604020202020204" pitchFamily="34" charset="0"/>
              </a:rPr>
              <a:t> Cường - DA22TTA</a:t>
            </a:r>
            <a:endParaRPr lang="vi-VN" b="1" kern="0" dirty="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592AA0-2EF6-492D-9423-1CF371459F3B}"/>
              </a:ext>
            </a:extLst>
          </p:cNvPr>
          <p:cNvSpPr>
            <a:spLocks noGrp="1"/>
          </p:cNvSpPr>
          <p:nvPr>
            <p:ph type="sldNum" sz="quarter" idx="12"/>
          </p:nvPr>
        </p:nvSpPr>
        <p:spPr>
          <a:xfrm>
            <a:off x="7764405" y="295729"/>
            <a:ext cx="628649" cy="767687"/>
          </a:xfrm>
        </p:spPr>
        <p:txBody>
          <a:bodyPr>
            <a:normAutofit/>
          </a:bodyPr>
          <a:lstStyle/>
          <a:p>
            <a:pPr>
              <a:spcAft>
                <a:spcPts val="600"/>
              </a:spcAft>
            </a:pPr>
            <a:fld id="{C1FF6DA9-008F-8B48-92A6-B652298478BF}" type="slidenum">
              <a:rPr lang="en-US"/>
              <a:pPr>
                <a:spcAft>
                  <a:spcPts val="600"/>
                </a:spcAft>
              </a:pPr>
              <a:t>2</a:t>
            </a:fld>
            <a:endParaRPr lang="en-US"/>
          </a:p>
        </p:txBody>
      </p:sp>
      <p:graphicFrame>
        <p:nvGraphicFramePr>
          <p:cNvPr id="7" name="Content Placeholder 4">
            <a:extLst>
              <a:ext uri="{FF2B5EF4-FFF2-40B4-BE49-F238E27FC236}">
                <a16:creationId xmlns:a16="http://schemas.microsoft.com/office/drawing/2014/main" id="{54F8C32D-F40B-C2D1-7655-9316CB438A18}"/>
              </a:ext>
            </a:extLst>
          </p:cNvPr>
          <p:cNvGraphicFramePr>
            <a:graphicFrameLocks noGrp="1"/>
          </p:cNvGraphicFramePr>
          <p:nvPr>
            <p:ph idx="1"/>
            <p:extLst>
              <p:ext uri="{D42A27DB-BD31-4B8C-83A1-F6EECF244321}">
                <p14:modId xmlns:p14="http://schemas.microsoft.com/office/powerpoint/2010/main" val="2005844486"/>
              </p:ext>
            </p:extLst>
          </p:nvPr>
        </p:nvGraphicFramePr>
        <p:xfrm>
          <a:off x="484582" y="736667"/>
          <a:ext cx="7706917" cy="53846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452718"/>
            <a:ext cx="7053542" cy="1400530"/>
          </a:xfrm>
        </p:spPr>
        <p:txBody>
          <a:bodyPr>
            <a:normAutofit/>
          </a:bodyPr>
          <a:lstStyle/>
          <a:p>
            <a:r>
              <a:rPr lang="vi-VN"/>
              <a:t>Lý do chọn đề tài</a:t>
            </a:r>
          </a:p>
        </p:txBody>
      </p:sp>
      <p:sp>
        <p:nvSpPr>
          <p:cNvPr id="4" name="Slide Number Placeholder 3">
            <a:extLst>
              <a:ext uri="{FF2B5EF4-FFF2-40B4-BE49-F238E27FC236}">
                <a16:creationId xmlns:a16="http://schemas.microsoft.com/office/drawing/2014/main" id="{40592AA0-2EF6-492D-9423-1CF371459F3B}"/>
              </a:ext>
            </a:extLst>
          </p:cNvPr>
          <p:cNvSpPr>
            <a:spLocks noGrp="1"/>
          </p:cNvSpPr>
          <p:nvPr>
            <p:ph type="sldNum" sz="quarter" idx="12"/>
          </p:nvPr>
        </p:nvSpPr>
        <p:spPr>
          <a:xfrm>
            <a:off x="7764405" y="295729"/>
            <a:ext cx="628649" cy="767687"/>
          </a:xfrm>
        </p:spPr>
        <p:txBody>
          <a:bodyPr>
            <a:normAutofit/>
          </a:bodyPr>
          <a:lstStyle/>
          <a:p>
            <a:pPr>
              <a:spcAft>
                <a:spcPts val="600"/>
              </a:spcAft>
            </a:pPr>
            <a:fld id="{C1FF6DA9-008F-8B48-92A6-B652298478BF}" type="slidenum">
              <a:rPr lang="en-US"/>
              <a:pPr>
                <a:spcAft>
                  <a:spcPts val="600"/>
                </a:spcAft>
              </a:pPr>
              <a:t>3</a:t>
            </a:fld>
            <a:endParaRPr lang="en-US"/>
          </a:p>
        </p:txBody>
      </p:sp>
      <p:graphicFrame>
        <p:nvGraphicFramePr>
          <p:cNvPr id="6" name="Content Placeholder 2">
            <a:extLst>
              <a:ext uri="{FF2B5EF4-FFF2-40B4-BE49-F238E27FC236}">
                <a16:creationId xmlns:a16="http://schemas.microsoft.com/office/drawing/2014/main" id="{6FB20A3E-31AD-91A2-535E-673D5E1DD4DA}"/>
              </a:ext>
            </a:extLst>
          </p:cNvPr>
          <p:cNvGraphicFramePr>
            <a:graphicFrameLocks noGrp="1"/>
          </p:cNvGraphicFramePr>
          <p:nvPr>
            <p:ph idx="1"/>
          </p:nvPr>
        </p:nvGraphicFramePr>
        <p:xfrm>
          <a:off x="484583" y="2140085"/>
          <a:ext cx="7792642" cy="40564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0952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r>
              <a:rPr lang="vi-VN">
                <a:solidFill>
                  <a:srgbClr val="F2F2F2"/>
                </a:solidFill>
                <a:latin typeface="Time s New Roman"/>
              </a:rPr>
              <a:t>Mục tiêu đề tài</a:t>
            </a:r>
          </a:p>
        </p:txBody>
      </p:sp>
      <p:sp>
        <p:nvSpPr>
          <p:cNvPr id="25" name="Rectangle 24">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8F7E0994-382A-4A74-9567-FE4C17FD8814}"/>
              </a:ext>
            </a:extLst>
          </p:cNvPr>
          <p:cNvSpPr>
            <a:spLocks noGrp="1"/>
          </p:cNvSpPr>
          <p:nvPr>
            <p:ph type="sldNum" sz="quarter" idx="12"/>
          </p:nvPr>
        </p:nvSpPr>
        <p:spPr>
          <a:xfrm>
            <a:off x="7764405" y="295729"/>
            <a:ext cx="628649" cy="767687"/>
          </a:xfrm>
        </p:spPr>
        <p:txBody>
          <a:bodyPr>
            <a:normAutofit/>
          </a:bodyPr>
          <a:lstStyle/>
          <a:p>
            <a:pPr>
              <a:spcAft>
                <a:spcPts val="600"/>
              </a:spcAft>
            </a:pPr>
            <a:fld id="{C1FF6DA9-008F-8B48-92A6-B652298478BF}" type="slidenum">
              <a:rPr lang="en-US">
                <a:solidFill>
                  <a:srgbClr val="FFFFFF"/>
                </a:solidFill>
                <a:latin typeface="Time s New Roman"/>
              </a:rPr>
              <a:pPr>
                <a:spcAft>
                  <a:spcPts val="600"/>
                </a:spcAft>
              </a:pPr>
              <a:t>4</a:t>
            </a:fld>
            <a:endParaRPr lang="en-US">
              <a:solidFill>
                <a:srgbClr val="FFFFFF"/>
              </a:solidFill>
              <a:latin typeface="Time s New Roman"/>
            </a:endParaRPr>
          </a:p>
        </p:txBody>
      </p:sp>
      <p:graphicFrame>
        <p:nvGraphicFramePr>
          <p:cNvPr id="19" name="Content Placeholder 2">
            <a:extLst>
              <a:ext uri="{FF2B5EF4-FFF2-40B4-BE49-F238E27FC236}">
                <a16:creationId xmlns:a16="http://schemas.microsoft.com/office/drawing/2014/main" id="{7217D0C5-F4C4-B00A-1805-5718CD17C22C}"/>
              </a:ext>
            </a:extLst>
          </p:cNvPr>
          <p:cNvGraphicFramePr>
            <a:graphicFrameLocks noGrp="1"/>
          </p:cNvGraphicFramePr>
          <p:nvPr>
            <p:ph idx="1"/>
            <p:extLst>
              <p:ext uri="{D42A27DB-BD31-4B8C-83A1-F6EECF244321}">
                <p14:modId xmlns:p14="http://schemas.microsoft.com/office/powerpoint/2010/main" val="1704986863"/>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732" y="267772"/>
            <a:ext cx="6939116" cy="767688"/>
          </a:xfrm>
        </p:spPr>
        <p:txBody>
          <a:bodyPr>
            <a:normAutofit/>
          </a:bodyPr>
          <a:lstStyle/>
          <a:p>
            <a:r>
              <a:rPr lang="vi-VN"/>
              <a:t>Kiến trúc tổng quan</a:t>
            </a:r>
          </a:p>
        </p:txBody>
      </p:sp>
      <p:sp>
        <p:nvSpPr>
          <p:cNvPr id="7" name="Slide Number Placeholder 6">
            <a:extLst>
              <a:ext uri="{FF2B5EF4-FFF2-40B4-BE49-F238E27FC236}">
                <a16:creationId xmlns:a16="http://schemas.microsoft.com/office/drawing/2014/main" id="{A0ED0B8A-7E3B-45EF-9294-38B2F58E8B5F}"/>
              </a:ext>
            </a:extLst>
          </p:cNvPr>
          <p:cNvSpPr>
            <a:spLocks noGrp="1"/>
          </p:cNvSpPr>
          <p:nvPr>
            <p:ph type="sldNum" sz="quarter" idx="12"/>
          </p:nvPr>
        </p:nvSpPr>
        <p:spPr>
          <a:xfrm>
            <a:off x="7764405" y="295729"/>
            <a:ext cx="628649" cy="767687"/>
          </a:xfrm>
        </p:spPr>
        <p:txBody>
          <a:bodyPr>
            <a:normAutofit/>
          </a:bodyPr>
          <a:lstStyle/>
          <a:p>
            <a:pPr>
              <a:spcAft>
                <a:spcPts val="600"/>
              </a:spcAft>
            </a:pPr>
            <a:fld id="{C1FF6DA9-008F-8B48-92A6-B652298478BF}" type="slidenum">
              <a:rPr lang="en-US"/>
              <a:pPr>
                <a:spcAft>
                  <a:spcPts val="600"/>
                </a:spcAft>
              </a:pPr>
              <a:t>5</a:t>
            </a:fld>
            <a:endParaRPr lang="en-US"/>
          </a:p>
        </p:txBody>
      </p:sp>
      <p:pic>
        <p:nvPicPr>
          <p:cNvPr id="6" name="Content Placeholder 5">
            <a:extLst>
              <a:ext uri="{FF2B5EF4-FFF2-40B4-BE49-F238E27FC236}">
                <a16:creationId xmlns:a16="http://schemas.microsoft.com/office/drawing/2014/main" id="{07518F06-F067-42E2-8AA5-79EBFB5131DF}"/>
              </a:ext>
            </a:extLst>
          </p:cNvPr>
          <p:cNvPicPr>
            <a:picLocks noGrp="1" noChangeAspect="1"/>
          </p:cNvPicPr>
          <p:nvPr>
            <p:ph idx="1"/>
          </p:nvPr>
        </p:nvPicPr>
        <p:blipFill>
          <a:blip r:embed="rId4"/>
          <a:stretch>
            <a:fillRect/>
          </a:stretch>
        </p:blipFill>
        <p:spPr>
          <a:xfrm>
            <a:off x="2558109" y="1063416"/>
            <a:ext cx="4110801" cy="5745157"/>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thư mục dự án</a:t>
            </a:r>
            <a:endParaRPr/>
          </a:p>
        </p:txBody>
      </p:sp>
      <p:sp>
        <p:nvSpPr>
          <p:cNvPr id="3" name="Content Placeholder 2"/>
          <p:cNvSpPr>
            <a:spLocks noGrp="1"/>
          </p:cNvSpPr>
          <p:nvPr>
            <p:ph idx="1"/>
          </p:nvPr>
        </p:nvSpPr>
        <p:spPr>
          <a:xfrm>
            <a:off x="2361225" y="2052925"/>
            <a:ext cx="4839675" cy="4195481"/>
          </a:xfrm>
        </p:spPr>
        <p:txBody>
          <a:bodyPr>
            <a:normAutofit/>
          </a:bodyPr>
          <a:lstStyle/>
          <a:p>
            <a:pPr marL="0" lvl="0" indent="0">
              <a:lnSpc>
                <a:spcPct val="107000"/>
              </a:lnSpc>
              <a:spcAft>
                <a:spcPts val="800"/>
              </a:spcAft>
              <a:buSzPts val="1000"/>
              <a:buNone/>
              <a:tabLst>
                <a:tab pos="45720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Tree structure của project:</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a:effectLst/>
                <a:latin typeface="Times New Roman" panose="02020603050405020304" pitchFamily="18" charset="0"/>
                <a:ea typeface="Calibri" panose="020F0502020204030204" pitchFamily="34" charset="0"/>
                <a:cs typeface="Times New Roman" panose="02020603050405020304" pitchFamily="18" charset="0"/>
              </a:rPr>
              <a:t>Laravel-React-AI-Marketplace/</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a:effectLst/>
                <a:latin typeface="Times New Roman" panose="02020603050405020304" pitchFamily="18" charset="0"/>
                <a:ea typeface="Calibri" panose="020F0502020204030204" pitchFamily="34" charset="0"/>
                <a:cs typeface="Times New Roman" panose="02020603050405020304" pitchFamily="18" charset="0"/>
              </a:rPr>
              <a:t>├── backend/          (Laravel API)</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a:effectLst/>
                <a:latin typeface="Times New Roman" panose="02020603050405020304" pitchFamily="18" charset="0"/>
                <a:ea typeface="Calibri" panose="020F0502020204030204" pitchFamily="34" charset="0"/>
                <a:cs typeface="Times New Roman" panose="02020603050405020304" pitchFamily="18" charset="0"/>
              </a:rPr>
              <a:t>├── frontend/         (React SPA)</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a:effectLst/>
                <a:latin typeface="Times New Roman" panose="02020603050405020304" pitchFamily="18" charset="0"/>
                <a:ea typeface="Calibri" panose="020F0502020204030204" pitchFamily="34" charset="0"/>
                <a:cs typeface="Times New Roman" panose="02020603050405020304" pitchFamily="18" charset="0"/>
              </a:rPr>
              <a:t>├── BaoCao/          (Documentation)</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a:effectLst/>
                <a:latin typeface="Times New Roman" panose="02020603050405020304" pitchFamily="18" charset="0"/>
                <a:ea typeface="Calibri" panose="020F0502020204030204" pitchFamily="34" charset="0"/>
                <a:cs typeface="Times New Roman" panose="02020603050405020304" pitchFamily="18" charset="0"/>
              </a:rPr>
              <a:t>└── docs/             (Database files)</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7D82D80-2F4B-4205-B3D9-0A361A426329}"/>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Công nghệ sử dụng</a:t>
            </a:r>
            <a:endParaRPr/>
          </a:p>
        </p:txBody>
      </p:sp>
      <p:sp>
        <p:nvSpPr>
          <p:cNvPr id="3" name="Content Placeholder 2"/>
          <p:cNvSpPr>
            <a:spLocks noGrp="1"/>
          </p:cNvSpPr>
          <p:nvPr>
            <p:ph idx="1"/>
          </p:nvPr>
        </p:nvSpPr>
        <p:spPr>
          <a:xfrm>
            <a:off x="827699" y="1576676"/>
            <a:ext cx="7392375" cy="433100"/>
          </a:xfrm>
        </p:spPr>
        <p:txBody>
          <a:bodyPr/>
          <a:lstStyle/>
          <a:p>
            <a:pPr marL="0" indent="0">
              <a:buNone/>
            </a:pPr>
            <a:r>
              <a:rPr lang="vi-VN" b="1"/>
              <a:t>Công nghệ Backend:</a:t>
            </a:r>
          </a:p>
          <a:p>
            <a:pPr marL="0" indent="0">
              <a:buNone/>
            </a:pPr>
            <a:endParaRPr lang="vi-VN"/>
          </a:p>
          <a:p>
            <a:pPr marL="0" indent="0">
              <a:buNone/>
            </a:pPr>
            <a:endParaRPr lang="vi-VN"/>
          </a:p>
          <a:p>
            <a:pPr marL="0" indent="0">
              <a:buNone/>
            </a:pPr>
            <a:endParaRPr/>
          </a:p>
        </p:txBody>
      </p:sp>
      <p:sp>
        <p:nvSpPr>
          <p:cNvPr id="4" name="Slide Number Placeholder 3">
            <a:extLst>
              <a:ext uri="{FF2B5EF4-FFF2-40B4-BE49-F238E27FC236}">
                <a16:creationId xmlns:a16="http://schemas.microsoft.com/office/drawing/2014/main" id="{1EE860F6-3745-4856-A3DD-9C2C5A958E64}"/>
              </a:ext>
            </a:extLst>
          </p:cNvPr>
          <p:cNvSpPr>
            <a:spLocks noGrp="1"/>
          </p:cNvSpPr>
          <p:nvPr>
            <p:ph type="sldNum" sz="quarter" idx="12"/>
          </p:nvPr>
        </p:nvSpPr>
        <p:spPr/>
        <p:txBody>
          <a:bodyPr/>
          <a:lstStyle/>
          <a:p>
            <a:fld id="{C1FF6DA9-008F-8B48-92A6-B652298478BF}" type="slidenum">
              <a:rPr lang="en-US" smtClean="0"/>
              <a:t>7</a:t>
            </a:fld>
            <a:endParaRPr lang="en-US"/>
          </a:p>
        </p:txBody>
      </p:sp>
      <p:graphicFrame>
        <p:nvGraphicFramePr>
          <p:cNvPr id="5" name="Table 4">
            <a:extLst>
              <a:ext uri="{FF2B5EF4-FFF2-40B4-BE49-F238E27FC236}">
                <a16:creationId xmlns:a16="http://schemas.microsoft.com/office/drawing/2014/main" id="{1F7C5C34-4AAD-4489-B3D9-18435C5CA587}"/>
              </a:ext>
            </a:extLst>
          </p:cNvPr>
          <p:cNvGraphicFramePr>
            <a:graphicFrameLocks noGrp="1"/>
          </p:cNvGraphicFramePr>
          <p:nvPr>
            <p:extLst>
              <p:ext uri="{D42A27DB-BD31-4B8C-83A1-F6EECF244321}">
                <p14:modId xmlns:p14="http://schemas.microsoft.com/office/powerpoint/2010/main" val="2745390420"/>
              </p:ext>
            </p:extLst>
          </p:nvPr>
        </p:nvGraphicFramePr>
        <p:xfrm>
          <a:off x="512680" y="2100543"/>
          <a:ext cx="8288421" cy="4557434"/>
        </p:xfrm>
        <a:graphic>
          <a:graphicData uri="http://schemas.openxmlformats.org/drawingml/2006/table">
            <a:tbl>
              <a:tblPr firstRow="1" firstCol="1" bandRow="1">
                <a:tableStyleId>{17292A2E-F333-43FB-9621-5CBBE7FDCDCB}</a:tableStyleId>
              </a:tblPr>
              <a:tblGrid>
                <a:gridCol w="2762807">
                  <a:extLst>
                    <a:ext uri="{9D8B030D-6E8A-4147-A177-3AD203B41FA5}">
                      <a16:colId xmlns:a16="http://schemas.microsoft.com/office/drawing/2014/main" val="414490300"/>
                    </a:ext>
                  </a:extLst>
                </a:gridCol>
                <a:gridCol w="2762807">
                  <a:extLst>
                    <a:ext uri="{9D8B030D-6E8A-4147-A177-3AD203B41FA5}">
                      <a16:colId xmlns:a16="http://schemas.microsoft.com/office/drawing/2014/main" val="286582774"/>
                    </a:ext>
                  </a:extLst>
                </a:gridCol>
                <a:gridCol w="2762807">
                  <a:extLst>
                    <a:ext uri="{9D8B030D-6E8A-4147-A177-3AD203B41FA5}">
                      <a16:colId xmlns:a16="http://schemas.microsoft.com/office/drawing/2014/main" val="1446539192"/>
                    </a:ext>
                  </a:extLst>
                </a:gridCol>
              </a:tblGrid>
              <a:tr h="513146">
                <a:tc>
                  <a:txBody>
                    <a:bodyPr/>
                    <a:lstStyle/>
                    <a:p>
                      <a:pPr>
                        <a:lnSpc>
                          <a:spcPct val="107000"/>
                        </a:lnSpc>
                        <a:spcAft>
                          <a:spcPts val="800"/>
                        </a:spcAft>
                      </a:pPr>
                      <a:r>
                        <a:rPr lang="en-US" sz="2000">
                          <a:effectLst/>
                        </a:rPr>
                        <a:t>Thành phần</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Công nghệ</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Version</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73028635"/>
                  </a:ext>
                </a:extLst>
              </a:tr>
              <a:tr h="505536">
                <a:tc>
                  <a:txBody>
                    <a:bodyPr/>
                    <a:lstStyle/>
                    <a:p>
                      <a:pPr>
                        <a:lnSpc>
                          <a:spcPct val="107000"/>
                        </a:lnSpc>
                        <a:spcAft>
                          <a:spcPts val="800"/>
                        </a:spcAft>
                      </a:pPr>
                      <a:r>
                        <a:rPr lang="en-US" sz="2000">
                          <a:effectLst/>
                        </a:rPr>
                        <a:t>Framework</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Laravel</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12.x</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17248274"/>
                  </a:ext>
                </a:extLst>
              </a:tr>
              <a:tr h="505536">
                <a:tc>
                  <a:txBody>
                    <a:bodyPr/>
                    <a:lstStyle/>
                    <a:p>
                      <a:pPr>
                        <a:lnSpc>
                          <a:spcPct val="107000"/>
                        </a:lnSpc>
                        <a:spcAft>
                          <a:spcPts val="800"/>
                        </a:spcAft>
                      </a:pPr>
                      <a:r>
                        <a:rPr lang="en-US" sz="2000">
                          <a:effectLst/>
                        </a:rPr>
                        <a:t>Language</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PHP</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8.2+</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46594963"/>
                  </a:ext>
                </a:extLst>
              </a:tr>
              <a:tr h="505536">
                <a:tc>
                  <a:txBody>
                    <a:bodyPr/>
                    <a:lstStyle/>
                    <a:p>
                      <a:pPr>
                        <a:lnSpc>
                          <a:spcPct val="107000"/>
                        </a:lnSpc>
                        <a:spcAft>
                          <a:spcPts val="800"/>
                        </a:spcAft>
                      </a:pPr>
                      <a:r>
                        <a:rPr lang="en-US" sz="2000">
                          <a:effectLst/>
                        </a:rPr>
                        <a:t>Authentication</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JWT (tymon/jwt-auth)</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2.x</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33922979"/>
                  </a:ext>
                </a:extLst>
              </a:tr>
              <a:tr h="505536">
                <a:tc>
                  <a:txBody>
                    <a:bodyPr/>
                    <a:lstStyle/>
                    <a:p>
                      <a:pPr>
                        <a:lnSpc>
                          <a:spcPct val="107000"/>
                        </a:lnSpc>
                        <a:spcAft>
                          <a:spcPts val="800"/>
                        </a:spcAft>
                      </a:pPr>
                      <a:r>
                        <a:rPr lang="en-US" sz="2000">
                          <a:effectLst/>
                        </a:rPr>
                        <a:t>Database</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MySQL</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8.0</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05798778"/>
                  </a:ext>
                </a:extLst>
              </a:tr>
              <a:tr h="505536">
                <a:tc>
                  <a:txBody>
                    <a:bodyPr/>
                    <a:lstStyle/>
                    <a:p>
                      <a:pPr>
                        <a:lnSpc>
                          <a:spcPct val="107000"/>
                        </a:lnSpc>
                        <a:spcAft>
                          <a:spcPts val="800"/>
                        </a:spcAft>
                      </a:pPr>
                      <a:r>
                        <a:rPr lang="en-US" sz="2000">
                          <a:effectLst/>
                        </a:rPr>
                        <a:t>ORM</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Eloquent</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73226275"/>
                  </a:ext>
                </a:extLst>
              </a:tr>
              <a:tr h="505536">
                <a:tc>
                  <a:txBody>
                    <a:bodyPr/>
                    <a:lstStyle/>
                    <a:p>
                      <a:pPr>
                        <a:lnSpc>
                          <a:spcPct val="107000"/>
                        </a:lnSpc>
                        <a:spcAft>
                          <a:spcPts val="800"/>
                        </a:spcAft>
                      </a:pPr>
                      <a:r>
                        <a:rPr lang="en-US" sz="2000">
                          <a:effectLst/>
                        </a:rPr>
                        <a:t>Image Storage</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Cloudinary</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API</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32163246"/>
                  </a:ext>
                </a:extLst>
              </a:tr>
              <a:tr h="505536">
                <a:tc>
                  <a:txBody>
                    <a:bodyPr/>
                    <a:lstStyle/>
                    <a:p>
                      <a:pPr>
                        <a:lnSpc>
                          <a:spcPct val="107000"/>
                        </a:lnSpc>
                        <a:spcAft>
                          <a:spcPts val="800"/>
                        </a:spcAft>
                      </a:pPr>
                      <a:r>
                        <a:rPr lang="en-US" sz="2000">
                          <a:effectLst/>
                        </a:rPr>
                        <a:t>AI Service</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Google Gemini</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API</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94165258"/>
                  </a:ext>
                </a:extLst>
              </a:tr>
              <a:tr h="505536">
                <a:tc>
                  <a:txBody>
                    <a:bodyPr/>
                    <a:lstStyle/>
                    <a:p>
                      <a:pPr>
                        <a:lnSpc>
                          <a:spcPct val="107000"/>
                        </a:lnSpc>
                        <a:spcAft>
                          <a:spcPts val="800"/>
                        </a:spcAft>
                      </a:pPr>
                      <a:r>
                        <a:rPr lang="en-US" sz="2000">
                          <a:effectLst/>
                        </a:rPr>
                        <a:t>Payment</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SePay (VietQR)</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2000">
                          <a:effectLst/>
                        </a:rPr>
                        <a:t>API</a:t>
                      </a:r>
                      <a:endParaRPr lang="vi-V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024479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Công nghệ sử dụng</a:t>
            </a:r>
            <a:endParaRPr/>
          </a:p>
        </p:txBody>
      </p:sp>
      <p:sp>
        <p:nvSpPr>
          <p:cNvPr id="3" name="Content Placeholder 2"/>
          <p:cNvSpPr>
            <a:spLocks noGrp="1"/>
          </p:cNvSpPr>
          <p:nvPr>
            <p:ph idx="1"/>
          </p:nvPr>
        </p:nvSpPr>
        <p:spPr>
          <a:xfrm>
            <a:off x="827699" y="1576676"/>
            <a:ext cx="7392375" cy="433100"/>
          </a:xfrm>
        </p:spPr>
        <p:txBody>
          <a:bodyPr/>
          <a:lstStyle/>
          <a:p>
            <a:pPr marL="0" indent="0">
              <a:buNone/>
            </a:pPr>
            <a:r>
              <a:rPr lang="vi-VN" b="1"/>
              <a:t>Công nghệ Frontend:</a:t>
            </a:r>
          </a:p>
          <a:p>
            <a:pPr marL="0" indent="0">
              <a:buNone/>
            </a:pPr>
            <a:endParaRPr lang="vi-VN"/>
          </a:p>
          <a:p>
            <a:pPr marL="0" indent="0">
              <a:buNone/>
            </a:pPr>
            <a:endParaRPr lang="vi-VN"/>
          </a:p>
          <a:p>
            <a:pPr marL="0" indent="0">
              <a:buNone/>
            </a:pPr>
            <a:endParaRPr/>
          </a:p>
        </p:txBody>
      </p:sp>
      <p:sp>
        <p:nvSpPr>
          <p:cNvPr id="4" name="Slide Number Placeholder 3">
            <a:extLst>
              <a:ext uri="{FF2B5EF4-FFF2-40B4-BE49-F238E27FC236}">
                <a16:creationId xmlns:a16="http://schemas.microsoft.com/office/drawing/2014/main" id="{1EE860F6-3745-4856-A3DD-9C2C5A958E64}"/>
              </a:ext>
            </a:extLst>
          </p:cNvPr>
          <p:cNvSpPr>
            <a:spLocks noGrp="1"/>
          </p:cNvSpPr>
          <p:nvPr>
            <p:ph type="sldNum" sz="quarter" idx="12"/>
          </p:nvPr>
        </p:nvSpPr>
        <p:spPr/>
        <p:txBody>
          <a:bodyPr/>
          <a:lstStyle/>
          <a:p>
            <a:fld id="{C1FF6DA9-008F-8B48-92A6-B652298478BF}" type="slidenum">
              <a:rPr lang="en-US" smtClean="0"/>
              <a:t>8</a:t>
            </a:fld>
            <a:endParaRPr lang="en-US"/>
          </a:p>
        </p:txBody>
      </p:sp>
      <p:graphicFrame>
        <p:nvGraphicFramePr>
          <p:cNvPr id="5" name="Table 4">
            <a:extLst>
              <a:ext uri="{FF2B5EF4-FFF2-40B4-BE49-F238E27FC236}">
                <a16:creationId xmlns:a16="http://schemas.microsoft.com/office/drawing/2014/main" id="{1F7C5C34-4AAD-4489-B3D9-18435C5CA587}"/>
              </a:ext>
            </a:extLst>
          </p:cNvPr>
          <p:cNvGraphicFramePr>
            <a:graphicFrameLocks noGrp="1"/>
          </p:cNvGraphicFramePr>
          <p:nvPr>
            <p:extLst>
              <p:ext uri="{D42A27DB-BD31-4B8C-83A1-F6EECF244321}">
                <p14:modId xmlns:p14="http://schemas.microsoft.com/office/powerpoint/2010/main" val="96088341"/>
              </p:ext>
            </p:extLst>
          </p:nvPr>
        </p:nvGraphicFramePr>
        <p:xfrm>
          <a:off x="512680" y="2100543"/>
          <a:ext cx="8288421" cy="4557434"/>
        </p:xfrm>
        <a:graphic>
          <a:graphicData uri="http://schemas.openxmlformats.org/drawingml/2006/table">
            <a:tbl>
              <a:tblPr firstRow="1" firstCol="1" bandRow="1">
                <a:tableStyleId>{F2DE63D5-997A-4646-A377-4702673A728D}</a:tableStyleId>
              </a:tblPr>
              <a:tblGrid>
                <a:gridCol w="2762807">
                  <a:extLst>
                    <a:ext uri="{9D8B030D-6E8A-4147-A177-3AD203B41FA5}">
                      <a16:colId xmlns:a16="http://schemas.microsoft.com/office/drawing/2014/main" val="414490300"/>
                    </a:ext>
                  </a:extLst>
                </a:gridCol>
                <a:gridCol w="2762807">
                  <a:extLst>
                    <a:ext uri="{9D8B030D-6E8A-4147-A177-3AD203B41FA5}">
                      <a16:colId xmlns:a16="http://schemas.microsoft.com/office/drawing/2014/main" val="286582774"/>
                    </a:ext>
                  </a:extLst>
                </a:gridCol>
                <a:gridCol w="2762807">
                  <a:extLst>
                    <a:ext uri="{9D8B030D-6E8A-4147-A177-3AD203B41FA5}">
                      <a16:colId xmlns:a16="http://schemas.microsoft.com/office/drawing/2014/main" val="1446539192"/>
                    </a:ext>
                  </a:extLst>
                </a:gridCol>
              </a:tblGrid>
              <a:tr h="513146">
                <a:tc>
                  <a:txBody>
                    <a:bodyPr/>
                    <a:lstStyle/>
                    <a:p>
                      <a:pPr>
                        <a:lnSpc>
                          <a:spcPct val="107000"/>
                        </a:lnSpc>
                        <a:spcAft>
                          <a:spcPts val="800"/>
                        </a:spcAft>
                      </a:pPr>
                      <a:r>
                        <a:rPr lang="en-US" sz="1400">
                          <a:effectLst/>
                        </a:rPr>
                        <a:t>Thành phần</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Công nghệ</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Version</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73028635"/>
                  </a:ext>
                </a:extLst>
              </a:tr>
              <a:tr h="505536">
                <a:tc>
                  <a:txBody>
                    <a:bodyPr/>
                    <a:lstStyle/>
                    <a:p>
                      <a:pPr>
                        <a:lnSpc>
                          <a:spcPct val="107000"/>
                        </a:lnSpc>
                        <a:spcAft>
                          <a:spcPts val="800"/>
                        </a:spcAft>
                      </a:pPr>
                      <a:r>
                        <a:rPr lang="en-US" sz="1400">
                          <a:effectLst/>
                        </a:rPr>
                        <a:t>Framework</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React</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18.x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17248274"/>
                  </a:ext>
                </a:extLst>
              </a:tr>
              <a:tr h="505536">
                <a:tc>
                  <a:txBody>
                    <a:bodyPr/>
                    <a:lstStyle/>
                    <a:p>
                      <a:pPr>
                        <a:lnSpc>
                          <a:spcPct val="107000"/>
                        </a:lnSpc>
                        <a:spcAft>
                          <a:spcPts val="800"/>
                        </a:spcAft>
                      </a:pPr>
                      <a:r>
                        <a:rPr lang="en-US" sz="1400">
                          <a:effectLst/>
                        </a:rPr>
                        <a:t>Language</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TypeScript</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5.x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46594963"/>
                  </a:ext>
                </a:extLst>
              </a:tr>
              <a:tr h="505536">
                <a:tc>
                  <a:txBody>
                    <a:bodyPr/>
                    <a:lstStyle/>
                    <a:p>
                      <a:pPr>
                        <a:lnSpc>
                          <a:spcPct val="107000"/>
                        </a:lnSpc>
                        <a:spcAft>
                          <a:spcPts val="800"/>
                        </a:spcAft>
                      </a:pPr>
                      <a:r>
                        <a:rPr lang="en-US" sz="1400">
                          <a:effectLst/>
                        </a:rPr>
                        <a:t>Build Tool</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Vite</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5.x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33922979"/>
                  </a:ext>
                </a:extLst>
              </a:tr>
              <a:tr h="505536">
                <a:tc>
                  <a:txBody>
                    <a:bodyPr/>
                    <a:lstStyle/>
                    <a:p>
                      <a:pPr>
                        <a:lnSpc>
                          <a:spcPct val="107000"/>
                        </a:lnSpc>
                        <a:spcAft>
                          <a:spcPts val="800"/>
                        </a:spcAft>
                      </a:pPr>
                      <a:r>
                        <a:rPr lang="en-US" sz="1400">
                          <a:effectLst/>
                        </a:rPr>
                        <a:t>State Management</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Zustand</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4.x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05798778"/>
                  </a:ext>
                </a:extLst>
              </a:tr>
              <a:tr h="505536">
                <a:tc>
                  <a:txBody>
                    <a:bodyPr/>
                    <a:lstStyle/>
                    <a:p>
                      <a:pPr>
                        <a:lnSpc>
                          <a:spcPct val="107000"/>
                        </a:lnSpc>
                        <a:spcAft>
                          <a:spcPts val="800"/>
                        </a:spcAft>
                      </a:pPr>
                      <a:r>
                        <a:rPr lang="en-US" sz="1400">
                          <a:effectLst/>
                        </a:rPr>
                        <a:t>HTTP Client</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Axios</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1.x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73226275"/>
                  </a:ext>
                </a:extLst>
              </a:tr>
              <a:tr h="505536">
                <a:tc>
                  <a:txBody>
                    <a:bodyPr/>
                    <a:lstStyle/>
                    <a:p>
                      <a:pPr>
                        <a:lnSpc>
                          <a:spcPct val="107000"/>
                        </a:lnSpc>
                        <a:spcAft>
                          <a:spcPts val="800"/>
                        </a:spcAft>
                      </a:pPr>
                      <a:r>
                        <a:rPr lang="en-US" sz="1400">
                          <a:effectLst/>
                        </a:rPr>
                        <a:t>UI Components</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shadcn/ui</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32163246"/>
                  </a:ext>
                </a:extLst>
              </a:tr>
              <a:tr h="505536">
                <a:tc>
                  <a:txBody>
                    <a:bodyPr/>
                    <a:lstStyle/>
                    <a:p>
                      <a:pPr>
                        <a:lnSpc>
                          <a:spcPct val="107000"/>
                        </a:lnSpc>
                        <a:spcAft>
                          <a:spcPts val="800"/>
                        </a:spcAft>
                      </a:pPr>
                      <a:r>
                        <a:rPr lang="en-US" sz="1400">
                          <a:effectLst/>
                        </a:rPr>
                        <a:t>Styling</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Tailwind CSS</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3.x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94165258"/>
                  </a:ext>
                </a:extLst>
              </a:tr>
              <a:tr h="505536">
                <a:tc>
                  <a:txBody>
                    <a:bodyPr/>
                    <a:lstStyle/>
                    <a:p>
                      <a:pPr>
                        <a:lnSpc>
                          <a:spcPct val="107000"/>
                        </a:lnSpc>
                        <a:spcAft>
                          <a:spcPts val="800"/>
                        </a:spcAft>
                      </a:pPr>
                      <a:r>
                        <a:rPr lang="en-US" sz="1400">
                          <a:effectLst/>
                        </a:rPr>
                        <a:t>Routing</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React Router</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US" sz="1400">
                          <a:effectLst/>
                        </a:rPr>
                        <a:t>6.x</a:t>
                      </a:r>
                      <a:endParaRPr lang="vi-VN" sz="1400">
                        <a:effectLst/>
                        <a:latin typeface="+mj-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02447910"/>
                  </a:ext>
                </a:extLst>
              </a:tr>
            </a:tbl>
          </a:graphicData>
        </a:graphic>
      </p:graphicFrame>
    </p:spTree>
    <p:extLst>
      <p:ext uri="{BB962C8B-B14F-4D97-AF65-F5344CB8AC3E}">
        <p14:creationId xmlns:p14="http://schemas.microsoft.com/office/powerpoint/2010/main" val="4254539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Tổng quan database</a:t>
            </a:r>
            <a:endParaRPr/>
          </a:p>
        </p:txBody>
      </p:sp>
      <p:sp>
        <p:nvSpPr>
          <p:cNvPr id="3" name="Content Placeholder 2"/>
          <p:cNvSpPr>
            <a:spLocks noGrp="1"/>
          </p:cNvSpPr>
          <p:nvPr>
            <p:ph idx="1"/>
          </p:nvPr>
        </p:nvSpPr>
        <p:spPr>
          <a:xfrm>
            <a:off x="2256937" y="2057975"/>
            <a:ext cx="4630125" cy="4195481"/>
          </a:xfrm>
        </p:spPr>
        <p:txBody>
          <a:bodyPr>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Database</a:t>
            </a:r>
            <a:r>
              <a:rPr lang="en-US" sz="2400">
                <a:effectLst/>
                <a:latin typeface="Times New Roman" panose="02020603050405020304" pitchFamily="18" charset="0"/>
                <a:ea typeface="Calibri" panose="020F0502020204030204" pitchFamily="34" charset="0"/>
                <a:cs typeface="Times New Roman" panose="02020603050405020304" pitchFamily="18" charset="0"/>
              </a:rPr>
              <a:t>: dienlanh_shop</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Engine</a:t>
            </a:r>
            <a:r>
              <a:rPr lang="en-US" sz="2400">
                <a:effectLst/>
                <a:latin typeface="Times New Roman" panose="02020603050405020304" pitchFamily="18" charset="0"/>
                <a:ea typeface="Calibri" panose="020F0502020204030204" pitchFamily="34" charset="0"/>
                <a:cs typeface="Times New Roman" panose="02020603050405020304" pitchFamily="18" charset="0"/>
              </a:rPr>
              <a:t>: InnoDB</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Charset</a:t>
            </a:r>
            <a:r>
              <a:rPr lang="en-US" sz="2400">
                <a:effectLst/>
                <a:latin typeface="Times New Roman" panose="02020603050405020304" pitchFamily="18" charset="0"/>
                <a:ea typeface="Calibri" panose="020F0502020204030204" pitchFamily="34" charset="0"/>
                <a:cs typeface="Times New Roman" panose="02020603050405020304" pitchFamily="18" charset="0"/>
              </a:rPr>
              <a:t>: utf8mb4_unicode_ci</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Tổng số bảng</a:t>
            </a:r>
            <a:r>
              <a:rPr lang="en-US" sz="2400">
                <a:effectLst/>
                <a:latin typeface="Times New Roman" panose="02020603050405020304" pitchFamily="18" charset="0"/>
                <a:ea typeface="Calibri" panose="020F0502020204030204" pitchFamily="34" charset="0"/>
                <a:cs typeface="Times New Roman" panose="02020603050405020304" pitchFamily="18" charset="0"/>
              </a:rPr>
              <a:t>: 13 tables</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Liệt kê các bảng chính</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D67FC8F-35DC-4016-857E-3783CB41DD8A}"/>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985" y="272425"/>
            <a:ext cx="7055380" cy="1400530"/>
          </a:xfrm>
        </p:spPr>
        <p:txBody>
          <a:bodyPr/>
          <a:lstStyle/>
          <a:p>
            <a:r>
              <a:rPr lang="vi-VN"/>
              <a:t>Tổng quan database</a:t>
            </a:r>
          </a:p>
        </p:txBody>
      </p:sp>
      <p:sp>
        <p:nvSpPr>
          <p:cNvPr id="3" name="Content Placeholder 2"/>
          <p:cNvSpPr>
            <a:spLocks noGrp="1"/>
          </p:cNvSpPr>
          <p:nvPr>
            <p:ph idx="1"/>
          </p:nvPr>
        </p:nvSpPr>
        <p:spPr>
          <a:xfrm>
            <a:off x="398985" y="1153676"/>
            <a:ext cx="7468665" cy="608450"/>
          </a:xfrm>
        </p:spPr>
        <p:txBody>
          <a:bodyPr>
            <a:normAutofit/>
          </a:bodyPr>
          <a:lstStyle/>
          <a:p>
            <a:pPr marL="0" lvl="0" indent="0">
              <a:lnSpc>
                <a:spcPct val="107000"/>
              </a:lnSpc>
              <a:spcAft>
                <a:spcPts val="800"/>
              </a:spcAft>
              <a:buSzPts val="1000"/>
              <a:buNone/>
              <a:tabLst>
                <a:tab pos="457200" algn="l"/>
              </a:tabLst>
            </a:pPr>
            <a:r>
              <a:rPr lang="vi-VN" sz="2400" b="1">
                <a:effectLst/>
                <a:latin typeface="Times New Roman" panose="02020603050405020304" pitchFamily="18" charset="0"/>
                <a:ea typeface="Calibri" panose="020F0502020204030204" pitchFamily="34" charset="0"/>
                <a:cs typeface="Times New Roman" panose="02020603050405020304" pitchFamily="18" charset="0"/>
              </a:rPr>
              <a:t>Sơ đồ CDM (Conceptual Data Model)</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D67FC8F-35DC-4016-857E-3783CB41DD8A}"/>
              </a:ext>
            </a:extLst>
          </p:cNvPr>
          <p:cNvSpPr>
            <a:spLocks noGrp="1"/>
          </p:cNvSpPr>
          <p:nvPr>
            <p:ph type="sldNum" sz="quarter" idx="12"/>
          </p:nvPr>
        </p:nvSpPr>
        <p:spPr/>
        <p:txBody>
          <a:bodyPr/>
          <a:lstStyle/>
          <a:p>
            <a:fld id="{C1FF6DA9-008F-8B48-92A6-B652298478BF}" type="slidenum">
              <a:rPr lang="en-US" smtClean="0"/>
              <a:t>10</a:t>
            </a:fld>
            <a:endParaRPr lang="en-US"/>
          </a:p>
        </p:txBody>
      </p:sp>
      <p:pic>
        <p:nvPicPr>
          <p:cNvPr id="4" name="Picture 3">
            <a:extLst>
              <a:ext uri="{FF2B5EF4-FFF2-40B4-BE49-F238E27FC236}">
                <a16:creationId xmlns:a16="http://schemas.microsoft.com/office/drawing/2014/main" id="{6043EAC2-7C8F-445F-AE25-D38F4FF9B7F6}"/>
              </a:ext>
            </a:extLst>
          </p:cNvPr>
          <p:cNvPicPr>
            <a:picLocks noChangeAspect="1"/>
          </p:cNvPicPr>
          <p:nvPr/>
        </p:nvPicPr>
        <p:blipFill>
          <a:blip r:embed="rId2"/>
          <a:stretch>
            <a:fillRect/>
          </a:stretch>
        </p:blipFill>
        <p:spPr>
          <a:xfrm>
            <a:off x="0" y="1852379"/>
            <a:ext cx="9144000" cy="4900846"/>
          </a:xfrm>
          <a:prstGeom prst="rect">
            <a:avLst/>
          </a:prstGeom>
        </p:spPr>
      </p:pic>
    </p:spTree>
    <p:extLst>
      <p:ext uri="{BB962C8B-B14F-4D97-AF65-F5344CB8AC3E}">
        <p14:creationId xmlns:p14="http://schemas.microsoft.com/office/powerpoint/2010/main" val="3919824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985" y="272425"/>
            <a:ext cx="7055380" cy="1400530"/>
          </a:xfrm>
        </p:spPr>
        <p:txBody>
          <a:bodyPr/>
          <a:lstStyle/>
          <a:p>
            <a:r>
              <a:rPr lang="vi-VN"/>
              <a:t>Tổng quan database</a:t>
            </a:r>
          </a:p>
        </p:txBody>
      </p:sp>
      <p:sp>
        <p:nvSpPr>
          <p:cNvPr id="3" name="Content Placeholder 2"/>
          <p:cNvSpPr>
            <a:spLocks noGrp="1"/>
          </p:cNvSpPr>
          <p:nvPr>
            <p:ph idx="1"/>
          </p:nvPr>
        </p:nvSpPr>
        <p:spPr>
          <a:xfrm>
            <a:off x="398985" y="1153676"/>
            <a:ext cx="7468665" cy="608450"/>
          </a:xfrm>
        </p:spPr>
        <p:txBody>
          <a:bodyPr>
            <a:normAutofit/>
          </a:bodyPr>
          <a:lstStyle/>
          <a:p>
            <a:pPr marL="0" lvl="0" indent="0">
              <a:lnSpc>
                <a:spcPct val="107000"/>
              </a:lnSpc>
              <a:spcAft>
                <a:spcPts val="800"/>
              </a:spcAft>
              <a:buSzPts val="1000"/>
              <a:buNone/>
              <a:tabLst>
                <a:tab pos="457200" algn="l"/>
              </a:tabLst>
            </a:pPr>
            <a:r>
              <a:rPr lang="vi-VN" sz="2400" b="1">
                <a:effectLst/>
                <a:latin typeface="Times New Roman" panose="02020603050405020304" pitchFamily="18" charset="0"/>
                <a:ea typeface="Calibri" panose="020F0502020204030204" pitchFamily="34" charset="0"/>
                <a:cs typeface="Times New Roman" panose="02020603050405020304" pitchFamily="18" charset="0"/>
              </a:rPr>
              <a:t>Sơ đồ PDM (Physical Data Model)</a:t>
            </a:r>
            <a:endParaRPr lang="vi-VN" sz="2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D67FC8F-35DC-4016-857E-3783CB41DD8A}"/>
              </a:ext>
            </a:extLst>
          </p:cNvPr>
          <p:cNvSpPr>
            <a:spLocks noGrp="1"/>
          </p:cNvSpPr>
          <p:nvPr>
            <p:ph type="sldNum" sz="quarter" idx="12"/>
          </p:nvPr>
        </p:nvSpPr>
        <p:spPr/>
        <p:txBody>
          <a:bodyPr/>
          <a:lstStyle/>
          <a:p>
            <a:fld id="{C1FF6DA9-008F-8B48-92A6-B652298478BF}" type="slidenum">
              <a:rPr lang="en-US" smtClean="0"/>
              <a:t>11</a:t>
            </a:fld>
            <a:endParaRPr lang="en-US"/>
          </a:p>
        </p:txBody>
      </p:sp>
      <p:pic>
        <p:nvPicPr>
          <p:cNvPr id="7" name="Picture 6">
            <a:extLst>
              <a:ext uri="{FF2B5EF4-FFF2-40B4-BE49-F238E27FC236}">
                <a16:creationId xmlns:a16="http://schemas.microsoft.com/office/drawing/2014/main" id="{0FB985E5-5064-4609-A974-B702CCBF00FB}"/>
              </a:ext>
            </a:extLst>
          </p:cNvPr>
          <p:cNvPicPr>
            <a:picLocks noChangeAspect="1"/>
          </p:cNvPicPr>
          <p:nvPr/>
        </p:nvPicPr>
        <p:blipFill>
          <a:blip r:embed="rId2"/>
          <a:stretch>
            <a:fillRect/>
          </a:stretch>
        </p:blipFill>
        <p:spPr>
          <a:xfrm>
            <a:off x="0" y="1762126"/>
            <a:ext cx="9144000" cy="5030350"/>
          </a:xfrm>
          <a:prstGeom prst="rect">
            <a:avLst/>
          </a:prstGeom>
        </p:spPr>
      </p:pic>
    </p:spTree>
    <p:extLst>
      <p:ext uri="{BB962C8B-B14F-4D97-AF65-F5344CB8AC3E}">
        <p14:creationId xmlns:p14="http://schemas.microsoft.com/office/powerpoint/2010/main" val="4138940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Controlers</a:t>
            </a:r>
            <a:endParaRPr/>
          </a:p>
        </p:txBody>
      </p:sp>
      <p:sp>
        <p:nvSpPr>
          <p:cNvPr id="3" name="Content Placeholder 2"/>
          <p:cNvSpPr>
            <a:spLocks noGrp="1"/>
          </p:cNvSpPr>
          <p:nvPr>
            <p:ph idx="1"/>
          </p:nvPr>
        </p:nvSpPr>
        <p:spPr>
          <a:xfrm>
            <a:off x="568992" y="1365423"/>
            <a:ext cx="8090297" cy="5344296"/>
          </a:xfrm>
        </p:spPr>
        <p:txBody>
          <a:bodyPr>
            <a:normAutofit/>
          </a:bodyPr>
          <a:lstStyle/>
          <a:p>
            <a:pPr marL="0" lvl="0" indent="0">
              <a:lnSpc>
                <a:spcPct val="107000"/>
              </a:lnSpc>
              <a:spcAft>
                <a:spcPts val="800"/>
              </a:spcAft>
              <a:buSzPts val="1000"/>
              <a:buNone/>
              <a:tabLst>
                <a:tab pos="457200" algn="l"/>
              </a:tabLst>
            </a:pPr>
            <a:r>
              <a:rPr lang="en-US" sz="2800" b="1">
                <a:effectLst/>
                <a:latin typeface="Time s New Roman"/>
                <a:ea typeface="Calibri" panose="020F0502020204030204" pitchFamily="34" charset="0"/>
                <a:cs typeface="Times New Roman" panose="02020603050405020304" pitchFamily="18" charset="0"/>
              </a:rPr>
              <a:t>17 Controllers</a:t>
            </a:r>
            <a:r>
              <a:rPr lang="en-US" sz="2800">
                <a:effectLst/>
                <a:latin typeface="Time s New Roman"/>
                <a:ea typeface="Calibri" panose="020F0502020204030204" pitchFamily="34" charset="0"/>
                <a:cs typeface="Times New Roman" panose="02020603050405020304" pitchFamily="18" charset="0"/>
              </a:rPr>
              <a:t> được tổ chức theo nhóm:</a:t>
            </a:r>
            <a:endParaRPr lang="vi-VN" sz="28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800">
                <a:effectLst/>
                <a:latin typeface="Time s New Roman"/>
                <a:ea typeface="Calibri" panose="020F0502020204030204" pitchFamily="34" charset="0"/>
                <a:cs typeface="Times New Roman" panose="02020603050405020304" pitchFamily="18" charset="0"/>
              </a:rPr>
              <a:t>Auth: AdminAuthController, CustomerAuthController</a:t>
            </a:r>
            <a:endParaRPr lang="vi-VN" sz="28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800">
                <a:effectLst/>
                <a:latin typeface="Time s New Roman"/>
                <a:ea typeface="Calibri" panose="020F0502020204030204" pitchFamily="34" charset="0"/>
                <a:cs typeface="Times New Roman" panose="02020603050405020304" pitchFamily="18" charset="0"/>
              </a:rPr>
              <a:t>Admin: 6 controllers (Category, Product, Order, Customer, Review, Stats)</a:t>
            </a:r>
            <a:endParaRPr lang="vi-VN" sz="28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800">
                <a:effectLst/>
                <a:latin typeface="Time s New Roman"/>
                <a:ea typeface="Calibri" panose="020F0502020204030204" pitchFamily="34" charset="0"/>
                <a:cs typeface="Times New Roman" panose="02020603050405020304" pitchFamily="18" charset="0"/>
              </a:rPr>
              <a:t>Customer: 3 controllers (Cart, Order, Review)</a:t>
            </a:r>
            <a:endParaRPr lang="vi-VN" sz="28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800">
                <a:effectLst/>
                <a:latin typeface="Time s New Roman"/>
                <a:ea typeface="Calibri" panose="020F0502020204030204" pitchFamily="34" charset="0"/>
                <a:cs typeface="Times New Roman" panose="02020603050405020304" pitchFamily="18" charset="0"/>
              </a:rPr>
              <a:t>Public: 3 controllers (Category, Product, Review)</a:t>
            </a:r>
            <a:endParaRPr lang="vi-VN" sz="2800">
              <a:effectLst/>
              <a:latin typeface="Time s New Roman"/>
              <a:ea typeface="Calibri" panose="020F0502020204030204" pitchFamily="34" charset="0"/>
              <a:cs typeface="Times New Roman" panose="02020603050405020304" pitchFamily="18" charset="0"/>
            </a:endParaRPr>
          </a:p>
          <a:p>
            <a:pPr marL="0" indent="0">
              <a:buNone/>
            </a:pPr>
            <a:r>
              <a:rPr lang="en-US" sz="2800">
                <a:effectLst/>
                <a:latin typeface="Time s New Roman"/>
                <a:ea typeface="Calibri" panose="020F0502020204030204" pitchFamily="34" charset="0"/>
              </a:rPr>
              <a:t>Common: ChatController, PaymentController</a:t>
            </a:r>
            <a:endParaRPr sz="2800">
              <a:latin typeface="Time s New Roman"/>
            </a:endParaRPr>
          </a:p>
        </p:txBody>
      </p:sp>
      <p:sp>
        <p:nvSpPr>
          <p:cNvPr id="7" name="Slide Number Placeholder 6">
            <a:extLst>
              <a:ext uri="{FF2B5EF4-FFF2-40B4-BE49-F238E27FC236}">
                <a16:creationId xmlns:a16="http://schemas.microsoft.com/office/drawing/2014/main" id="{EAF4C2F2-FF94-42C4-AC8D-662753BAF1C1}"/>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Models</a:t>
            </a:r>
            <a:endParaRPr/>
          </a:p>
        </p:txBody>
      </p:sp>
      <p:sp>
        <p:nvSpPr>
          <p:cNvPr id="4" name="Slide Number Placeholder 3">
            <a:extLst>
              <a:ext uri="{FF2B5EF4-FFF2-40B4-BE49-F238E27FC236}">
                <a16:creationId xmlns:a16="http://schemas.microsoft.com/office/drawing/2014/main" id="{F48EA485-B177-438B-9B97-52874C01EE0E}"/>
              </a:ext>
            </a:extLst>
          </p:cNvPr>
          <p:cNvSpPr>
            <a:spLocks noGrp="1"/>
          </p:cNvSpPr>
          <p:nvPr>
            <p:ph type="sldNum" sz="quarter" idx="12"/>
          </p:nvPr>
        </p:nvSpPr>
        <p:spPr/>
        <p:txBody>
          <a:bodyPr/>
          <a:lstStyle/>
          <a:p>
            <a:fld id="{C1FF6DA9-008F-8B48-92A6-B652298478BF}" type="slidenum">
              <a:rPr lang="en-US" smtClean="0"/>
              <a:t>13</a:t>
            </a:fld>
            <a:endParaRPr lang="en-US"/>
          </a:p>
        </p:txBody>
      </p:sp>
      <p:graphicFrame>
        <p:nvGraphicFramePr>
          <p:cNvPr id="7" name="Table 7">
            <a:extLst>
              <a:ext uri="{FF2B5EF4-FFF2-40B4-BE49-F238E27FC236}">
                <a16:creationId xmlns:a16="http://schemas.microsoft.com/office/drawing/2014/main" id="{E1BEE0DC-0DFB-4E72-AECA-2337327BBD4E}"/>
              </a:ext>
            </a:extLst>
          </p:cNvPr>
          <p:cNvGraphicFramePr>
            <a:graphicFrameLocks noGrp="1"/>
          </p:cNvGraphicFramePr>
          <p:nvPr>
            <p:ph idx="1"/>
            <p:extLst>
              <p:ext uri="{D42A27DB-BD31-4B8C-83A1-F6EECF244321}">
                <p14:modId xmlns:p14="http://schemas.microsoft.com/office/powerpoint/2010/main" val="13713616"/>
              </p:ext>
            </p:extLst>
          </p:nvPr>
        </p:nvGraphicFramePr>
        <p:xfrm>
          <a:off x="360327" y="1731362"/>
          <a:ext cx="8557869" cy="4365660"/>
        </p:xfrm>
        <a:graphic>
          <a:graphicData uri="http://schemas.openxmlformats.org/drawingml/2006/table">
            <a:tbl>
              <a:tblPr firstRow="1" bandRow="1">
                <a:tableStyleId>{17292A2E-F333-43FB-9621-5CBBE7FDCDCB}</a:tableStyleId>
              </a:tblPr>
              <a:tblGrid>
                <a:gridCol w="2852623">
                  <a:extLst>
                    <a:ext uri="{9D8B030D-6E8A-4147-A177-3AD203B41FA5}">
                      <a16:colId xmlns:a16="http://schemas.microsoft.com/office/drawing/2014/main" val="3449892125"/>
                    </a:ext>
                  </a:extLst>
                </a:gridCol>
                <a:gridCol w="2852623">
                  <a:extLst>
                    <a:ext uri="{9D8B030D-6E8A-4147-A177-3AD203B41FA5}">
                      <a16:colId xmlns:a16="http://schemas.microsoft.com/office/drawing/2014/main" val="1786580980"/>
                    </a:ext>
                  </a:extLst>
                </a:gridCol>
                <a:gridCol w="2852623">
                  <a:extLst>
                    <a:ext uri="{9D8B030D-6E8A-4147-A177-3AD203B41FA5}">
                      <a16:colId xmlns:a16="http://schemas.microsoft.com/office/drawing/2014/main" val="2874968312"/>
                    </a:ext>
                  </a:extLst>
                </a:gridCol>
              </a:tblGrid>
              <a:tr h="552328">
                <a:tc>
                  <a:txBody>
                    <a:bodyPr/>
                    <a:lstStyle/>
                    <a:p>
                      <a:pPr algn="l" fontAlgn="b"/>
                      <a:r>
                        <a:rPr lang="en-US" b="1">
                          <a:solidFill>
                            <a:srgbClr val="657B83"/>
                          </a:solidFill>
                          <a:effectLst/>
                        </a:rPr>
                        <a:t>Nhóm</a:t>
                      </a:r>
                    </a:p>
                  </a:txBody>
                  <a:tcPr anchor="b"/>
                </a:tc>
                <a:tc>
                  <a:txBody>
                    <a:bodyPr/>
                    <a:lstStyle/>
                    <a:p>
                      <a:pPr algn="l" fontAlgn="b"/>
                      <a:r>
                        <a:rPr lang="en-US" b="1">
                          <a:solidFill>
                            <a:srgbClr val="657B83"/>
                          </a:solidFill>
                          <a:effectLst/>
                        </a:rPr>
                        <a:t>Models</a:t>
                      </a:r>
                    </a:p>
                  </a:txBody>
                  <a:tcPr anchor="b"/>
                </a:tc>
                <a:tc>
                  <a:txBody>
                    <a:bodyPr/>
                    <a:lstStyle/>
                    <a:p>
                      <a:pPr algn="l" fontAlgn="b"/>
                      <a:r>
                        <a:rPr lang="en-US" b="1">
                          <a:solidFill>
                            <a:srgbClr val="657B83"/>
                          </a:solidFill>
                          <a:effectLst/>
                        </a:rPr>
                        <a:t>Relationships</a:t>
                      </a:r>
                    </a:p>
                  </a:txBody>
                  <a:tcPr anchor="b"/>
                </a:tc>
                <a:extLst>
                  <a:ext uri="{0D108BD9-81ED-4DB2-BD59-A6C34878D82A}">
                    <a16:rowId xmlns:a16="http://schemas.microsoft.com/office/drawing/2014/main" val="1943583301"/>
                  </a:ext>
                </a:extLst>
              </a:tr>
              <a:tr h="953333">
                <a:tc>
                  <a:txBody>
                    <a:bodyPr/>
                    <a:lstStyle/>
                    <a:p>
                      <a:pPr algn="l" fontAlgn="base"/>
                      <a:r>
                        <a:rPr lang="en-US" b="1">
                          <a:effectLst/>
                        </a:rPr>
                        <a:t>User</a:t>
                      </a:r>
                      <a:endParaRPr lang="en-US">
                        <a:effectLst/>
                      </a:endParaRPr>
                    </a:p>
                  </a:txBody>
                  <a:tcPr anchor="ctr"/>
                </a:tc>
                <a:tc>
                  <a:txBody>
                    <a:bodyPr/>
                    <a:lstStyle/>
                    <a:p>
                      <a:pPr algn="l" fontAlgn="base"/>
                      <a:r>
                        <a:rPr lang="en-US">
                          <a:effectLst/>
                        </a:rPr>
                        <a:t>Admin, Customer</a:t>
                      </a:r>
                    </a:p>
                  </a:txBody>
                  <a:tcPr anchor="ctr"/>
                </a:tc>
                <a:tc>
                  <a:txBody>
                    <a:bodyPr/>
                    <a:lstStyle/>
                    <a:p>
                      <a:pPr algn="l" fontAlgn="base"/>
                      <a:r>
                        <a:rPr lang="en-US">
                          <a:effectLst/>
                        </a:rPr>
                        <a:t>Customer HasMany Order</a:t>
                      </a:r>
                    </a:p>
                  </a:txBody>
                  <a:tcPr anchor="ctr"/>
                </a:tc>
                <a:extLst>
                  <a:ext uri="{0D108BD9-81ED-4DB2-BD59-A6C34878D82A}">
                    <a16:rowId xmlns:a16="http://schemas.microsoft.com/office/drawing/2014/main" val="24628880"/>
                  </a:ext>
                </a:extLst>
              </a:tr>
              <a:tr h="953333">
                <a:tc>
                  <a:txBody>
                    <a:bodyPr/>
                    <a:lstStyle/>
                    <a:p>
                      <a:pPr algn="l" fontAlgn="base"/>
                      <a:r>
                        <a:rPr lang="en-US" b="1">
                          <a:effectLst/>
                        </a:rPr>
                        <a:t>Product</a:t>
                      </a:r>
                      <a:endParaRPr lang="en-US">
                        <a:effectLst/>
                      </a:endParaRPr>
                    </a:p>
                  </a:txBody>
                  <a:tcPr anchor="ctr"/>
                </a:tc>
                <a:tc>
                  <a:txBody>
                    <a:bodyPr/>
                    <a:lstStyle/>
                    <a:p>
                      <a:pPr algn="l" fontAlgn="base"/>
                      <a:r>
                        <a:rPr lang="en-US">
                          <a:effectLst/>
                        </a:rPr>
                        <a:t>Category, Product, ProductImage</a:t>
                      </a:r>
                    </a:p>
                  </a:txBody>
                  <a:tcPr anchor="ctr"/>
                </a:tc>
                <a:tc>
                  <a:txBody>
                    <a:bodyPr/>
                    <a:lstStyle/>
                    <a:p>
                      <a:pPr algn="l" fontAlgn="base"/>
                      <a:r>
                        <a:rPr lang="en-US">
                          <a:effectLst/>
                        </a:rPr>
                        <a:t>Product BelongsTo Category</a:t>
                      </a:r>
                    </a:p>
                  </a:txBody>
                  <a:tcPr anchor="ctr"/>
                </a:tc>
                <a:extLst>
                  <a:ext uri="{0D108BD9-81ED-4DB2-BD59-A6C34878D82A}">
                    <a16:rowId xmlns:a16="http://schemas.microsoft.com/office/drawing/2014/main" val="1585098886"/>
                  </a:ext>
                </a:extLst>
              </a:tr>
              <a:tr h="953333">
                <a:tc>
                  <a:txBody>
                    <a:bodyPr/>
                    <a:lstStyle/>
                    <a:p>
                      <a:pPr algn="l" fontAlgn="base"/>
                      <a:r>
                        <a:rPr lang="en-US" b="1">
                          <a:effectLst/>
                        </a:rPr>
                        <a:t>Cart</a:t>
                      </a:r>
                      <a:endParaRPr lang="en-US">
                        <a:effectLst/>
                      </a:endParaRPr>
                    </a:p>
                  </a:txBody>
                  <a:tcPr anchor="ctr"/>
                </a:tc>
                <a:tc>
                  <a:txBody>
                    <a:bodyPr/>
                    <a:lstStyle/>
                    <a:p>
                      <a:pPr algn="l" fontAlgn="base"/>
                      <a:r>
                        <a:rPr lang="en-US">
                          <a:effectLst/>
                        </a:rPr>
                        <a:t>Cart, CartItem</a:t>
                      </a:r>
                    </a:p>
                  </a:txBody>
                  <a:tcPr anchor="ctr"/>
                </a:tc>
                <a:tc>
                  <a:txBody>
                    <a:bodyPr/>
                    <a:lstStyle/>
                    <a:p>
                      <a:pPr algn="l" fontAlgn="base"/>
                      <a:r>
                        <a:rPr lang="en-US">
                          <a:effectLst/>
                        </a:rPr>
                        <a:t>Cart HasMany CartItem</a:t>
                      </a:r>
                    </a:p>
                  </a:txBody>
                  <a:tcPr anchor="ctr"/>
                </a:tc>
                <a:extLst>
                  <a:ext uri="{0D108BD9-81ED-4DB2-BD59-A6C34878D82A}">
                    <a16:rowId xmlns:a16="http://schemas.microsoft.com/office/drawing/2014/main" val="4082213611"/>
                  </a:ext>
                </a:extLst>
              </a:tr>
              <a:tr h="953333">
                <a:tc>
                  <a:txBody>
                    <a:bodyPr/>
                    <a:lstStyle/>
                    <a:p>
                      <a:pPr algn="l" fontAlgn="base"/>
                      <a:r>
                        <a:rPr lang="en-US" b="1">
                          <a:effectLst/>
                        </a:rPr>
                        <a:t>Order</a:t>
                      </a:r>
                      <a:endParaRPr lang="en-US">
                        <a:effectLst/>
                      </a:endParaRPr>
                    </a:p>
                  </a:txBody>
                  <a:tcPr anchor="ctr"/>
                </a:tc>
                <a:tc>
                  <a:txBody>
                    <a:bodyPr/>
                    <a:lstStyle/>
                    <a:p>
                      <a:pPr algn="l" fontAlgn="base"/>
                      <a:r>
                        <a:rPr lang="en-US">
                          <a:effectLst/>
                        </a:rPr>
                        <a:t>Order, OrderItem, PaymentTransaction</a:t>
                      </a:r>
                    </a:p>
                  </a:txBody>
                  <a:tcPr anchor="ctr"/>
                </a:tc>
                <a:tc>
                  <a:txBody>
                    <a:bodyPr/>
                    <a:lstStyle/>
                    <a:p>
                      <a:pPr algn="l" fontAlgn="base"/>
                      <a:r>
                        <a:rPr lang="en-US">
                          <a:effectLst/>
                        </a:rPr>
                        <a:t>Order HasMany OrderItem</a:t>
                      </a:r>
                    </a:p>
                  </a:txBody>
                  <a:tcPr anchor="ctr"/>
                </a:tc>
                <a:extLst>
                  <a:ext uri="{0D108BD9-81ED-4DB2-BD59-A6C34878D82A}">
                    <a16:rowId xmlns:a16="http://schemas.microsoft.com/office/drawing/2014/main" val="69168976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API Endpoints Overviews</a:t>
            </a:r>
            <a:endParaRPr/>
          </a:p>
        </p:txBody>
      </p:sp>
      <p:sp>
        <p:nvSpPr>
          <p:cNvPr id="3" name="Content Placeholder 2"/>
          <p:cNvSpPr>
            <a:spLocks noGrp="1"/>
          </p:cNvSpPr>
          <p:nvPr>
            <p:ph sz="half" idx="1"/>
          </p:nvPr>
        </p:nvSpPr>
        <p:spPr>
          <a:xfrm>
            <a:off x="170475" y="2060576"/>
            <a:ext cx="4401525" cy="4195763"/>
          </a:xfrm>
        </p:spPr>
        <p:txBody>
          <a:bodyPr>
            <a:no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US" sz="2000" b="1">
                <a:effectLst/>
                <a:latin typeface="Time s New Roman"/>
                <a:ea typeface="Calibri" panose="020F0502020204030204" pitchFamily="34" charset="0"/>
                <a:cs typeface="Times New Roman" panose="02020603050405020304" pitchFamily="18" charset="0"/>
              </a:rPr>
              <a:t>Public API</a:t>
            </a:r>
            <a:r>
              <a:rPr lang="en-US" sz="2000">
                <a:effectLst/>
                <a:latin typeface="Time s New Roman"/>
                <a:ea typeface="Calibri" panose="020F0502020204030204" pitchFamily="34" charset="0"/>
                <a:cs typeface="Times New Roman" panose="02020603050405020304" pitchFamily="18" charset="0"/>
              </a:rPr>
              <a:t> (Không cần xác thực):</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GET /public/categories - Danh mục</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GET /public/products - Sản phẩm</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GET /public/products/featured - Nổi bật</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Query params: ?search, ?category_id, ?min_price, ?max_price</a:t>
            </a:r>
            <a:endParaRPr lang="vi-VN" sz="2000">
              <a:effectLst/>
              <a:latin typeface="Time s New Roman"/>
              <a:ea typeface="Calibri" panose="020F0502020204030204" pitchFamily="34"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0ACF55C6-7C2C-43F4-BFC8-20DF64DC9F24}"/>
              </a:ext>
            </a:extLst>
          </p:cNvPr>
          <p:cNvSpPr>
            <a:spLocks noGrp="1"/>
          </p:cNvSpPr>
          <p:nvPr>
            <p:ph sz="half" idx="2"/>
          </p:nvPr>
        </p:nvSpPr>
        <p:spPr>
          <a:xfrm>
            <a:off x="5204000" y="2056093"/>
            <a:ext cx="3298115" cy="4200245"/>
          </a:xfrm>
        </p:spPr>
        <p:txBody>
          <a:bodyPr>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US" sz="2000" b="1">
                <a:effectLst/>
                <a:latin typeface="Time s New Roman"/>
                <a:ea typeface="Calibri" panose="020F0502020204030204" pitchFamily="34" charset="0"/>
                <a:cs typeface="Times New Roman" panose="02020603050405020304" pitchFamily="18" charset="0"/>
              </a:rPr>
              <a:t>Customer API</a:t>
            </a:r>
            <a:r>
              <a:rPr lang="en-US" sz="2000">
                <a:effectLst/>
                <a:latin typeface="Time s New Roman"/>
                <a:ea typeface="Calibri" panose="020F0502020204030204" pitchFamily="34" charset="0"/>
                <a:cs typeface="Times New Roman" panose="02020603050405020304" pitchFamily="18" charset="0"/>
              </a:rPr>
              <a:t> (JWT Required):</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Cart: GET/POST/PUT/DELETE /cart</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Orders: GET/POST /orders</a:t>
            </a:r>
            <a:endParaRPr lang="vi-VN" sz="2000">
              <a:effectLst/>
              <a:latin typeface="Time s New Roman"/>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US" sz="2000">
                <a:effectLst/>
                <a:latin typeface="Time s New Roman"/>
                <a:ea typeface="Calibri" panose="020F0502020204030204" pitchFamily="34" charset="0"/>
                <a:cs typeface="Times New Roman" panose="02020603050405020304" pitchFamily="18" charset="0"/>
              </a:rPr>
              <a:t>Reviews: GET/POST/PUT/DELETE /reviews</a:t>
            </a:r>
            <a:endParaRPr lang="vi-VN" sz="2000">
              <a:effectLst/>
              <a:latin typeface="Time s New Roman"/>
              <a:ea typeface="Calibri" panose="020F0502020204030204" pitchFamily="34" charset="0"/>
              <a:cs typeface="Times New Roman" panose="02020603050405020304" pitchFamily="18" charset="0"/>
            </a:endParaRPr>
          </a:p>
          <a:p>
            <a:pPr marL="0" indent="0">
              <a:buNone/>
            </a:pPr>
            <a:endParaRPr lang="vi-VN">
              <a:latin typeface="Time s New Roman"/>
            </a:endParaRPr>
          </a:p>
        </p:txBody>
      </p:sp>
      <p:sp>
        <p:nvSpPr>
          <p:cNvPr id="7" name="Slide Number Placeholder 6">
            <a:extLst>
              <a:ext uri="{FF2B5EF4-FFF2-40B4-BE49-F238E27FC236}">
                <a16:creationId xmlns:a16="http://schemas.microsoft.com/office/drawing/2014/main" id="{99AE0867-8A80-4773-AC63-FF865C1AB872}"/>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a:effectLst/>
                <a:latin typeface="Times New Roman" panose="02020603050405020304" pitchFamily="18" charset="0"/>
                <a:ea typeface="Calibri" panose="020F0502020204030204" pitchFamily="34" charset="0"/>
              </a:rPr>
              <a:t>JWT Authentication System</a:t>
            </a:r>
            <a:endParaRPr sz="3600"/>
          </a:p>
        </p:txBody>
      </p:sp>
      <p:sp>
        <p:nvSpPr>
          <p:cNvPr id="3" name="Content Placeholder 2"/>
          <p:cNvSpPr>
            <a:spLocks noGrp="1"/>
          </p:cNvSpPr>
          <p:nvPr>
            <p:ph sz="half" idx="1"/>
          </p:nvPr>
        </p:nvSpPr>
        <p:spPr>
          <a:xfrm>
            <a:off x="180000" y="1786255"/>
            <a:ext cx="4110060" cy="4195763"/>
          </a:xfrm>
        </p:spPr>
        <p:txBody>
          <a:bodyPr>
            <a:normAutofit fontScale="92500" lnSpcReduction="10000"/>
          </a:bodyPr>
          <a:lstStyle/>
          <a:p>
            <a:pPr marL="0" lvl="0" indent="0">
              <a:lnSpc>
                <a:spcPct val="120000"/>
              </a:lnSpc>
              <a:spcAft>
                <a:spcPts val="800"/>
              </a:spcAft>
              <a:buSzPts val="1000"/>
              <a:buNone/>
              <a:tabLst>
                <a:tab pos="457200" algn="l"/>
              </a:tabLst>
            </a:pPr>
            <a:r>
              <a:rPr lang="en-US" b="1">
                <a:effectLst/>
                <a:latin typeface="Time s New Roman"/>
                <a:ea typeface="Calibri" panose="020F0502020204030204" pitchFamily="34" charset="0"/>
                <a:cs typeface="Times New Roman" panose="02020603050405020304" pitchFamily="18" charset="0"/>
              </a:rPr>
              <a:t>2 JWT Guards riêng biệt</a:t>
            </a:r>
            <a:r>
              <a:rPr lang="en-US">
                <a:effectLst/>
                <a:latin typeface="Time s New Roman"/>
                <a:ea typeface="Calibri" panose="020F0502020204030204" pitchFamily="34" charset="0"/>
                <a:cs typeface="Times New Roman" panose="02020603050405020304" pitchFamily="18" charset="0"/>
              </a:rPr>
              <a:t>:</a:t>
            </a:r>
            <a:endParaRPr lang="en-US">
              <a:latin typeface="Time s New Roman"/>
              <a:ea typeface="Calibri" panose="020F0502020204030204" pitchFamily="34" charset="0"/>
              <a:cs typeface="Times New Roman" panose="02020603050405020304" pitchFamily="18" charset="0"/>
            </a:endParaRPr>
          </a:p>
          <a:p>
            <a:pPr marL="0" lvl="0" indent="0">
              <a:lnSpc>
                <a:spcPct val="120000"/>
              </a:lnSpc>
              <a:spcAft>
                <a:spcPts val="800"/>
              </a:spcAft>
              <a:buSzPts val="1000"/>
              <a:buNone/>
              <a:tabLst>
                <a:tab pos="457200" algn="l"/>
              </a:tabLst>
            </a:pPr>
            <a:r>
              <a:rPr lang="en-US">
                <a:effectLst/>
                <a:latin typeface="Time s New Roman"/>
                <a:ea typeface="Calibri" panose="020F0502020204030204" pitchFamily="34" charset="0"/>
                <a:cs typeface="Times New Roman" panose="02020603050405020304" pitchFamily="18" charset="0"/>
              </a:rPr>
              <a:t>- admin guard → admins provider</a:t>
            </a:r>
            <a:endParaRPr lang="en-US">
              <a:latin typeface="Time s New Roman"/>
              <a:ea typeface="Calibri" panose="020F0502020204030204" pitchFamily="34" charset="0"/>
              <a:cs typeface="Times New Roman" panose="02020603050405020304" pitchFamily="18" charset="0"/>
            </a:endParaRPr>
          </a:p>
          <a:p>
            <a:pPr marL="0" lvl="0" indent="0">
              <a:lnSpc>
                <a:spcPct val="120000"/>
              </a:lnSpc>
              <a:spcAft>
                <a:spcPts val="800"/>
              </a:spcAft>
              <a:buSzPts val="1000"/>
              <a:buNone/>
              <a:tabLst>
                <a:tab pos="457200" algn="l"/>
              </a:tabLst>
            </a:pPr>
            <a:r>
              <a:rPr lang="en-US">
                <a:effectLst/>
                <a:latin typeface="Time s New Roman"/>
                <a:ea typeface="Calibri" panose="020F0502020204030204" pitchFamily="34" charset="0"/>
                <a:cs typeface="Times New Roman" panose="02020603050405020304" pitchFamily="18" charset="0"/>
              </a:rPr>
              <a:t>- customer guard → customers provider</a:t>
            </a:r>
            <a:endParaRPr lang="vi-VN">
              <a:effectLst/>
              <a:latin typeface="Time s New Roman"/>
              <a:ea typeface="Calibri" panose="020F0502020204030204" pitchFamily="34"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3ADD95D7-3C93-46BE-B147-26743DC11235}"/>
              </a:ext>
            </a:extLst>
          </p:cNvPr>
          <p:cNvSpPr>
            <a:spLocks noGrp="1"/>
          </p:cNvSpPr>
          <p:nvPr>
            <p:ph sz="half" idx="2"/>
          </p:nvPr>
        </p:nvSpPr>
        <p:spPr>
          <a:xfrm>
            <a:off x="4384759" y="1781773"/>
            <a:ext cx="4904021" cy="4200245"/>
          </a:xfrm>
        </p:spPr>
        <p:txBody>
          <a:bodyPr>
            <a:normAutofit fontScale="92500" lnSpcReduction="10000"/>
          </a:bodyPr>
          <a:lstStyle/>
          <a:p>
            <a:pPr marL="0" lvl="0" indent="0">
              <a:lnSpc>
                <a:spcPct val="120000"/>
              </a:lnSpc>
              <a:spcAft>
                <a:spcPts val="800"/>
              </a:spcAft>
              <a:buSzPts val="1000"/>
              <a:buNone/>
              <a:tabLst>
                <a:tab pos="457200" algn="l"/>
              </a:tabLst>
            </a:pPr>
            <a:r>
              <a:rPr lang="en-US" sz="1800" b="1">
                <a:effectLst/>
                <a:latin typeface="Time s New Roman"/>
                <a:ea typeface="Calibri" panose="020F0502020204030204" pitchFamily="34" charset="0"/>
                <a:cs typeface="Times New Roman" panose="02020603050405020304" pitchFamily="18" charset="0"/>
              </a:rPr>
              <a:t>Token Structure</a:t>
            </a:r>
            <a:r>
              <a:rPr lang="en-US" sz="1800">
                <a:effectLst/>
                <a:latin typeface="Time s New Roman"/>
                <a:ea typeface="Calibri" panose="020F0502020204030204" pitchFamily="34" charset="0"/>
                <a:cs typeface="Times New Roman" panose="02020603050405020304" pitchFamily="18" charset="0"/>
              </a:rPr>
              <a:t>:</a:t>
            </a:r>
            <a:endParaRPr lang="vi-VN" sz="1800">
              <a:effectLst/>
              <a:latin typeface="Time s New Roman"/>
              <a:ea typeface="Calibri" panose="020F0502020204030204" pitchFamily="34" charset="0"/>
              <a:cs typeface="Times New Roman" panose="02020603050405020304" pitchFamily="18" charset="0"/>
            </a:endParaRPr>
          </a:p>
          <a:p>
            <a:pPr marL="0" indent="0">
              <a:lnSpc>
                <a:spcPct val="120000"/>
              </a:lnSpc>
              <a:spcAft>
                <a:spcPts val="800"/>
              </a:spcAft>
              <a:buNone/>
            </a:pPr>
            <a:r>
              <a:rPr lang="en-US" sz="1800">
                <a:effectLst/>
                <a:latin typeface="Time s New Roman"/>
                <a:ea typeface="Calibri" panose="020F0502020204030204" pitchFamily="34" charset="0"/>
                <a:cs typeface="Times New Roman" panose="02020603050405020304" pitchFamily="18" charset="0"/>
              </a:rPr>
              <a:t>{  "sub": 1,</a:t>
            </a:r>
            <a:endParaRPr lang="vi-VN" sz="1800">
              <a:effectLst/>
              <a:latin typeface="Time s New Roman"/>
              <a:ea typeface="Calibri" panose="020F0502020204030204" pitchFamily="34" charset="0"/>
              <a:cs typeface="Times New Roman" panose="02020603050405020304" pitchFamily="18" charset="0"/>
            </a:endParaRPr>
          </a:p>
          <a:p>
            <a:pPr marL="0" indent="0">
              <a:lnSpc>
                <a:spcPct val="120000"/>
              </a:lnSpc>
              <a:spcAft>
                <a:spcPts val="800"/>
              </a:spcAft>
              <a:buNone/>
            </a:pPr>
            <a:r>
              <a:rPr lang="en-US" sz="1800">
                <a:effectLst/>
                <a:latin typeface="Time s New Roman"/>
                <a:ea typeface="Calibri" panose="020F0502020204030204" pitchFamily="34" charset="0"/>
                <a:cs typeface="Times New Roman" panose="02020603050405020304" pitchFamily="18" charset="0"/>
              </a:rPr>
              <a:t>  "role": "customer|admin",</a:t>
            </a:r>
            <a:endParaRPr lang="vi-VN" sz="1800">
              <a:effectLst/>
              <a:latin typeface="Time s New Roman"/>
              <a:ea typeface="Calibri" panose="020F0502020204030204" pitchFamily="34" charset="0"/>
              <a:cs typeface="Times New Roman" panose="02020603050405020304" pitchFamily="18" charset="0"/>
            </a:endParaRPr>
          </a:p>
          <a:p>
            <a:pPr marL="0" indent="0">
              <a:lnSpc>
                <a:spcPct val="120000"/>
              </a:lnSpc>
              <a:spcAft>
                <a:spcPts val="800"/>
              </a:spcAft>
              <a:buNone/>
            </a:pPr>
            <a:r>
              <a:rPr lang="en-US" sz="1800">
                <a:effectLst/>
                <a:latin typeface="Time s New Roman"/>
                <a:ea typeface="Calibri" panose="020F0502020204030204" pitchFamily="34" charset="0"/>
                <a:cs typeface="Times New Roman" panose="02020603050405020304" pitchFamily="18" charset="0"/>
              </a:rPr>
              <a:t> "email": "...",</a:t>
            </a:r>
            <a:endParaRPr lang="vi-VN" sz="1800">
              <a:effectLst/>
              <a:latin typeface="Time s New Roman"/>
              <a:ea typeface="Calibri" panose="020F0502020204030204" pitchFamily="34" charset="0"/>
              <a:cs typeface="Times New Roman" panose="02020603050405020304" pitchFamily="18" charset="0"/>
            </a:endParaRPr>
          </a:p>
          <a:p>
            <a:pPr marL="0" indent="0">
              <a:lnSpc>
                <a:spcPct val="120000"/>
              </a:lnSpc>
              <a:spcAft>
                <a:spcPts val="800"/>
              </a:spcAft>
              <a:buNone/>
            </a:pPr>
            <a:r>
              <a:rPr lang="en-US" sz="1800">
                <a:effectLst/>
                <a:latin typeface="Time s New Roman"/>
                <a:ea typeface="Calibri" panose="020F0502020204030204" pitchFamily="34" charset="0"/>
                <a:cs typeface="Times New Roman" panose="02020603050405020304" pitchFamily="18" charset="0"/>
              </a:rPr>
              <a:t>"iat": timestamp,</a:t>
            </a:r>
            <a:endParaRPr lang="vi-VN" sz="1800">
              <a:effectLst/>
              <a:latin typeface="Time s New Roman"/>
              <a:ea typeface="Calibri" panose="020F0502020204030204" pitchFamily="34" charset="0"/>
              <a:cs typeface="Times New Roman" panose="02020603050405020304" pitchFamily="18" charset="0"/>
            </a:endParaRPr>
          </a:p>
          <a:p>
            <a:pPr marL="0" indent="0">
              <a:lnSpc>
                <a:spcPct val="120000"/>
              </a:lnSpc>
              <a:spcAft>
                <a:spcPts val="800"/>
              </a:spcAft>
              <a:buNone/>
            </a:pPr>
            <a:r>
              <a:rPr lang="en-US" sz="1800">
                <a:effectLst/>
                <a:latin typeface="Time s New Roman"/>
                <a:ea typeface="Calibri" panose="020F0502020204030204" pitchFamily="34" charset="0"/>
                <a:cs typeface="Times New Roman" panose="02020603050405020304" pitchFamily="18" charset="0"/>
              </a:rPr>
              <a:t> "exp": timestamp }</a:t>
            </a:r>
            <a:endParaRPr lang="vi-VN" sz="1800">
              <a:effectLst/>
              <a:latin typeface="Time s New Roman"/>
              <a:ea typeface="Calibri" panose="020F0502020204030204" pitchFamily="34" charset="0"/>
              <a:cs typeface="Times New Roman" panose="02020603050405020304" pitchFamily="18" charset="0"/>
            </a:endParaRPr>
          </a:p>
          <a:p>
            <a:pPr marL="0" lvl="0" indent="0">
              <a:lnSpc>
                <a:spcPct val="120000"/>
              </a:lnSpc>
              <a:spcAft>
                <a:spcPts val="800"/>
              </a:spcAft>
              <a:buSzPts val="1000"/>
              <a:buNone/>
              <a:tabLst>
                <a:tab pos="457200" algn="l"/>
              </a:tabLst>
            </a:pPr>
            <a:r>
              <a:rPr lang="en-US" sz="1800">
                <a:effectLst/>
                <a:latin typeface="Time s New Roman"/>
                <a:ea typeface="Calibri" panose="020F0502020204030204" pitchFamily="34" charset="0"/>
                <a:cs typeface="Times New Roman" panose="02020603050405020304" pitchFamily="18" charset="0"/>
              </a:rPr>
              <a:t>- Token storage: localStorage</a:t>
            </a:r>
            <a:endParaRPr lang="vi-VN" sz="1800">
              <a:effectLst/>
              <a:latin typeface="Time s New Roman"/>
              <a:ea typeface="Calibri" panose="020F0502020204030204" pitchFamily="34" charset="0"/>
              <a:cs typeface="Times New Roman" panose="02020603050405020304" pitchFamily="18" charset="0"/>
            </a:endParaRPr>
          </a:p>
          <a:p>
            <a:pPr marL="0" lvl="0" indent="0">
              <a:lnSpc>
                <a:spcPct val="120000"/>
              </a:lnSpc>
              <a:spcAft>
                <a:spcPts val="800"/>
              </a:spcAft>
              <a:buSzPts val="1000"/>
              <a:buNone/>
              <a:tabLst>
                <a:tab pos="457200" algn="l"/>
              </a:tabLst>
            </a:pPr>
            <a:r>
              <a:rPr lang="en-US" sz="1800">
                <a:effectLst/>
                <a:latin typeface="Time s New Roman"/>
                <a:ea typeface="Calibri" panose="020F0502020204030204" pitchFamily="34" charset="0"/>
                <a:cs typeface="Times New Roman" panose="02020603050405020304" pitchFamily="18" charset="0"/>
              </a:rPr>
              <a:t>-  Middlewareprotection: auth:admin, auth:customer</a:t>
            </a:r>
            <a:endParaRPr lang="vi-VN" sz="1800">
              <a:effectLst/>
              <a:latin typeface="Time s New Roman"/>
              <a:ea typeface="Calibri" panose="020F0502020204030204" pitchFamily="34" charset="0"/>
              <a:cs typeface="Times New Roman" panose="02020603050405020304" pitchFamily="18" charset="0"/>
            </a:endParaRPr>
          </a:p>
          <a:p>
            <a:pPr marL="0" indent="0">
              <a:buNone/>
            </a:pPr>
            <a:endParaRPr lang="vi-VN"/>
          </a:p>
        </p:txBody>
      </p:sp>
      <p:sp>
        <p:nvSpPr>
          <p:cNvPr id="7" name="Slide Number Placeholder 6">
            <a:extLst>
              <a:ext uri="{FF2B5EF4-FFF2-40B4-BE49-F238E27FC236}">
                <a16:creationId xmlns:a16="http://schemas.microsoft.com/office/drawing/2014/main" id="{823BC7E6-AEA9-4051-8627-061BDE993F8F}"/>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5" y="1063417"/>
            <a:ext cx="3123279" cy="4675396"/>
          </a:xfrm>
        </p:spPr>
        <p:txBody>
          <a:bodyPr vert="horz" lIns="91440" tIns="45720" rIns="91440" bIns="45720" rtlCol="0" anchor="ctr">
            <a:normAutofit/>
          </a:bodyPr>
          <a:lstStyle/>
          <a:p>
            <a:pPr defTabSz="457200"/>
            <a:r>
              <a:rPr lang="en-US">
                <a:solidFill>
                  <a:srgbClr val="F2F2F2"/>
                </a:solidFill>
              </a:rPr>
              <a:t>Tính năng nổi bật</a:t>
            </a:r>
          </a:p>
        </p:txBody>
      </p:sp>
      <p:sp>
        <p:nvSpPr>
          <p:cNvPr id="13" name="Rectangle 12">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CEFCA16D-4AEF-4966-9092-BBE198CA724A}"/>
              </a:ext>
            </a:extLst>
          </p:cNvPr>
          <p:cNvSpPr>
            <a:spLocks noGrp="1"/>
          </p:cNvSpPr>
          <p:nvPr>
            <p:ph type="sldNum" sz="quarter" idx="12"/>
          </p:nvPr>
        </p:nvSpPr>
        <p:spPr>
          <a:xfrm>
            <a:off x="7764405" y="295729"/>
            <a:ext cx="628649" cy="767687"/>
          </a:xfrm>
        </p:spPr>
        <p:txBody>
          <a:bodyPr vert="horz" lIns="91440" tIns="45720" rIns="91440" bIns="45720" rtlCol="0" anchor="b">
            <a:normAutofit/>
          </a:bodyPr>
          <a:lstStyle/>
          <a:p>
            <a:pPr defTabSz="914400">
              <a:spcAft>
                <a:spcPts val="600"/>
              </a:spcAft>
            </a:pPr>
            <a:fld id="{C1FF6DA9-008F-8B48-92A6-B652298478BF}" type="slidenum">
              <a:rPr lang="en-US" sz="2800">
                <a:solidFill>
                  <a:srgbClr val="FFFFFF"/>
                </a:solidFill>
              </a:rPr>
              <a:pPr defTabSz="914400">
                <a:spcAft>
                  <a:spcPts val="600"/>
                </a:spcAft>
              </a:pPr>
              <a:t>16</a:t>
            </a:fld>
            <a:endParaRPr lang="en-US" sz="2800">
              <a:solidFill>
                <a:srgbClr val="FFFFFF"/>
              </a:solidFill>
            </a:endParaRPr>
          </a:p>
        </p:txBody>
      </p:sp>
      <p:graphicFrame>
        <p:nvGraphicFramePr>
          <p:cNvPr id="7" name="Content Placeholder 2">
            <a:extLst>
              <a:ext uri="{FF2B5EF4-FFF2-40B4-BE49-F238E27FC236}">
                <a16:creationId xmlns:a16="http://schemas.microsoft.com/office/drawing/2014/main" id="{EBCE49F8-A2A1-6253-C9EA-097B2E288AC9}"/>
              </a:ext>
            </a:extLst>
          </p:cNvPr>
          <p:cNvGraphicFramePr/>
          <p:nvPr>
            <p:extLst>
              <p:ext uri="{D42A27DB-BD31-4B8C-83A1-F6EECF244321}">
                <p14:modId xmlns:p14="http://schemas.microsoft.com/office/powerpoint/2010/main" val="257239517"/>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852207"/>
          </a:xfrm>
        </p:spPr>
        <p:txBody>
          <a:bodyPr/>
          <a:lstStyle/>
          <a:p>
            <a:r>
              <a:rPr lang="vi-VN"/>
              <a:t>Kết quả đạt được</a:t>
            </a:r>
            <a:endParaRPr/>
          </a:p>
        </p:txBody>
      </p:sp>
      <p:sp>
        <p:nvSpPr>
          <p:cNvPr id="3" name="Content Placeholder 2"/>
          <p:cNvSpPr>
            <a:spLocks noGrp="1"/>
          </p:cNvSpPr>
          <p:nvPr>
            <p:ph idx="1"/>
          </p:nvPr>
        </p:nvSpPr>
        <p:spPr>
          <a:xfrm>
            <a:off x="484709" y="1514476"/>
            <a:ext cx="8173515" cy="5047788"/>
          </a:xfrm>
        </p:spPr>
        <p:txBody>
          <a:bodyPr>
            <a:normAutofit/>
          </a:bodyPr>
          <a:lstStyle/>
          <a:p>
            <a:pPr marL="0" indent="0" algn="just">
              <a:buNone/>
            </a:pPr>
            <a:r>
              <a:rPr lang="vi-VN" sz="2400"/>
              <a:t>Xây dựng thành công website bán hàng điện lạnh hoàn chỉnh, đáp ứng các chức năng cơ bản của hệ thống thương mại điện tử.</a:t>
            </a:r>
          </a:p>
          <a:p>
            <a:pPr marL="0" indent="0" algn="just">
              <a:buNone/>
            </a:pPr>
            <a:r>
              <a:rPr lang="vi-VN" sz="2400"/>
              <a:t>Hệ thống được triển khai theo kiến trúc client–server, sử dụng Laravel, React SPA và MySQL, đảm bảo tính rõ ràng, dễ bảo trì và mở rộng.</a:t>
            </a:r>
          </a:p>
          <a:p>
            <a:pPr marL="0" indent="0" algn="just">
              <a:buNone/>
            </a:pPr>
            <a:r>
              <a:rPr lang="vi-VN" sz="2400"/>
              <a:t>Các chức năng chính được triển khai và hoạt động ổn định.</a:t>
            </a:r>
          </a:p>
          <a:p>
            <a:pPr marL="0" indent="0" algn="just">
              <a:buNone/>
            </a:pPr>
            <a:r>
              <a:rPr lang="vi-VN" sz="2400"/>
              <a:t>Hệ thống quản trị viên hỗ trợ quản lý danh mục, sản phẩm, đơn hàng, khách hàng và đánh giá,… góp phần phục vụ cho công tác quản lý.</a:t>
            </a:r>
          </a:p>
          <a:p>
            <a:pPr marL="0" indent="0" algn="just">
              <a:buNone/>
            </a:pPr>
            <a:r>
              <a:rPr lang="vi-VN" sz="2400"/>
              <a:t>Kết quả kiểm thử cho thấy hệ thống hoạt động đúng yêu cầu thiết kế, xử lý dữ liệu chính xác, giao diện thân thiện và dễ sử dụng cho cả người dùng và quản trị viên.</a:t>
            </a:r>
          </a:p>
        </p:txBody>
      </p:sp>
      <p:sp>
        <p:nvSpPr>
          <p:cNvPr id="4" name="Slide Number Placeholder 3">
            <a:extLst>
              <a:ext uri="{FF2B5EF4-FFF2-40B4-BE49-F238E27FC236}">
                <a16:creationId xmlns:a16="http://schemas.microsoft.com/office/drawing/2014/main" id="{A3AF469D-3B78-46F2-A93A-D5D039E0C8C2}"/>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767687"/>
          </a:xfrm>
        </p:spPr>
        <p:txBody>
          <a:bodyPr/>
          <a:lstStyle/>
          <a:p>
            <a:r>
              <a:rPr lang="vi-VN"/>
              <a:t>Hướng phát triển</a:t>
            </a:r>
            <a:endParaRPr/>
          </a:p>
        </p:txBody>
      </p:sp>
      <p:sp>
        <p:nvSpPr>
          <p:cNvPr id="3" name="Content Placeholder 2"/>
          <p:cNvSpPr>
            <a:spLocks noGrp="1"/>
          </p:cNvSpPr>
          <p:nvPr>
            <p:ph idx="1"/>
          </p:nvPr>
        </p:nvSpPr>
        <p:spPr>
          <a:xfrm>
            <a:off x="451950" y="1748125"/>
            <a:ext cx="8240100" cy="4576475"/>
          </a:xfrm>
        </p:spPr>
        <p:txBody>
          <a:bodyPr>
            <a:noAutofit/>
          </a:bodyPr>
          <a:lstStyle/>
          <a:p>
            <a:pPr marL="0" indent="0" algn="just">
              <a:buNone/>
            </a:pPr>
            <a:r>
              <a:rPr lang="vi-VN" sz="2400"/>
              <a:t>Bổ sung các tính năng nâng cao như quản lý khuyến mãi, mã </a:t>
            </a:r>
            <a:br>
              <a:rPr lang="vi-VN" sz="2400"/>
            </a:br>
            <a:r>
              <a:rPr lang="vi-VN" sz="2400"/>
              <a:t>giảm giá, quản lý kho hàng nâng cao và phân quyền chi tiết hơn</a:t>
            </a:r>
            <a:r>
              <a:rPr lang="en-US" sz="2400"/>
              <a:t> </a:t>
            </a:r>
            <a:r>
              <a:rPr lang="vi-VN" sz="2400"/>
              <a:t>cho</a:t>
            </a:r>
            <a:r>
              <a:rPr lang="en-US" sz="2400"/>
              <a:t> </a:t>
            </a:r>
            <a:r>
              <a:rPr lang="vi-VN" sz="2400"/>
              <a:t>quản trị viên.</a:t>
            </a:r>
          </a:p>
          <a:p>
            <a:pPr marL="0" indent="0" algn="just">
              <a:buNone/>
            </a:pPr>
            <a:r>
              <a:rPr lang="vi-VN" sz="2400"/>
              <a:t>Cải thiện tốc độ xử lý API, áp dụng cơ chế cache và phân trang </a:t>
            </a:r>
            <a:br>
              <a:rPr lang="vi-VN" sz="2400"/>
            </a:br>
            <a:r>
              <a:rPr lang="vi-VN" sz="2400"/>
              <a:t>tối ưu để đáp ứng số lượng người dùng lớn hơn.</a:t>
            </a:r>
          </a:p>
          <a:p>
            <a:pPr marL="0" indent="0" algn="just">
              <a:buNone/>
            </a:pPr>
            <a:r>
              <a:rPr lang="vi-VN" sz="2400"/>
              <a:t>Nâng cao tính sẵn sàng, khả năng mở rộng và độ ổn định của </a:t>
            </a:r>
            <a:br>
              <a:rPr lang="vi-VN" sz="2400"/>
            </a:br>
            <a:r>
              <a:rPr lang="vi-VN" sz="2400"/>
              <a:t>hệ thống trong môi trường thực tế.</a:t>
            </a:r>
          </a:p>
          <a:p>
            <a:pPr marL="0" indent="0" algn="just">
              <a:buNone/>
            </a:pPr>
            <a:r>
              <a:rPr lang="vi-VN" sz="2400"/>
              <a:t>Tối ưu hiển thị trên nhiều thiết bị, nâng cao tính trực quan và </a:t>
            </a:r>
            <a:br>
              <a:rPr lang="vi-VN" sz="2400"/>
            </a:br>
            <a:r>
              <a:rPr lang="vi-VN" sz="2400"/>
              <a:t>thuận tiện trong quá trình mua sắm.</a:t>
            </a:r>
            <a:endParaRPr sz="2400"/>
          </a:p>
        </p:txBody>
      </p:sp>
      <p:sp>
        <p:nvSpPr>
          <p:cNvPr id="4" name="Slide Number Placeholder 3">
            <a:extLst>
              <a:ext uri="{FF2B5EF4-FFF2-40B4-BE49-F238E27FC236}">
                <a16:creationId xmlns:a16="http://schemas.microsoft.com/office/drawing/2014/main" id="{B474C824-0654-44CA-A725-982B07BF6932}"/>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3C55-4BAA-4217-89A6-C25F4608CF36}"/>
              </a:ext>
            </a:extLst>
          </p:cNvPr>
          <p:cNvSpPr>
            <a:spLocks noGrp="1"/>
          </p:cNvSpPr>
          <p:nvPr>
            <p:ph type="title"/>
          </p:nvPr>
        </p:nvSpPr>
        <p:spPr>
          <a:xfrm>
            <a:off x="2084910" y="2472018"/>
            <a:ext cx="5249340" cy="1400530"/>
          </a:xfrm>
        </p:spPr>
        <p:txBody>
          <a:bodyPr/>
          <a:lstStyle/>
          <a:p>
            <a:r>
              <a:rPr lang="vi-VN" sz="9600"/>
              <a:t>CẢM ƠN</a:t>
            </a:r>
          </a:p>
        </p:txBody>
      </p:sp>
      <p:sp>
        <p:nvSpPr>
          <p:cNvPr id="4" name="Slide Number Placeholder 3">
            <a:extLst>
              <a:ext uri="{FF2B5EF4-FFF2-40B4-BE49-F238E27FC236}">
                <a16:creationId xmlns:a16="http://schemas.microsoft.com/office/drawing/2014/main" id="{E2CE4737-85E5-4EA1-BDB9-E161C3E5B038}"/>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2836655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6459" y="2728735"/>
            <a:ext cx="3249091" cy="1400530"/>
          </a:xfrm>
        </p:spPr>
        <p:txBody>
          <a:bodyPr/>
          <a:lstStyle/>
          <a:p>
            <a:r>
              <a:rPr lang="vi-VN" sz="9600"/>
              <a:t>Demo</a:t>
            </a:r>
            <a:endParaRPr sz="9600"/>
          </a:p>
        </p:txBody>
      </p:sp>
      <p:sp>
        <p:nvSpPr>
          <p:cNvPr id="4" name="Slide Number Placeholder 3">
            <a:extLst>
              <a:ext uri="{FF2B5EF4-FFF2-40B4-BE49-F238E27FC236}">
                <a16:creationId xmlns:a16="http://schemas.microsoft.com/office/drawing/2014/main" id="{F36C73F8-62C7-4430-96C0-C986BBA26B37}"/>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417</TotalTime>
  <Words>1081</Words>
  <Application>Microsoft Office PowerPoint</Application>
  <PresentationFormat>On-screen Show (4:3)</PresentationFormat>
  <Paragraphs>193</Paragraphs>
  <Slides>20</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Century Gothic</vt:lpstr>
      <vt:lpstr>Symbol</vt:lpstr>
      <vt:lpstr>Time s New Roman</vt:lpstr>
      <vt:lpstr>Times New Roman</vt:lpstr>
      <vt:lpstr>Wingdings 3</vt:lpstr>
      <vt:lpstr>Ion</vt:lpstr>
      <vt:lpstr>PowerPoint Presentation</vt:lpstr>
      <vt:lpstr>PowerPoint Presentation</vt:lpstr>
      <vt:lpstr>Lý do chọn đề tài</vt:lpstr>
      <vt:lpstr>Mục tiêu đề tài</vt:lpstr>
      <vt:lpstr>Kiến trúc tổng quan</vt:lpstr>
      <vt:lpstr>Cấu trúc thư mục dự án</vt:lpstr>
      <vt:lpstr>Công nghệ sử dụng</vt:lpstr>
      <vt:lpstr>Công nghệ sử dụng</vt:lpstr>
      <vt:lpstr>Tổng quan database</vt:lpstr>
      <vt:lpstr>Tổng quan database</vt:lpstr>
      <vt:lpstr>Tổng quan database</vt:lpstr>
      <vt:lpstr>Cấu trúc Controlers</vt:lpstr>
      <vt:lpstr>Models</vt:lpstr>
      <vt:lpstr>API Endpoints Overviews</vt:lpstr>
      <vt:lpstr>JWT Authentication System</vt:lpstr>
      <vt:lpstr>Tính năng nổi bật</vt:lpstr>
      <vt:lpstr>Kết quả đạt được</vt:lpstr>
      <vt:lpstr>Hướng phát triển</vt:lpstr>
      <vt:lpstr>CẢM ƠN</vt:lpstr>
      <vt:lpstr>Demo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Trí Cường</dc:creator>
  <cp:keywords/>
  <dc:description>generated using python-pptx</dc:description>
  <cp:lastModifiedBy>Tricuong2507@hotmail.com</cp:lastModifiedBy>
  <cp:revision>20</cp:revision>
  <dcterms:created xsi:type="dcterms:W3CDTF">2013-01-27T09:14:16Z</dcterms:created>
  <dcterms:modified xsi:type="dcterms:W3CDTF">2026-01-09T00:19:41Z</dcterms:modified>
  <cp:category/>
</cp:coreProperties>
</file>